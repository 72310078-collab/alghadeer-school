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1.svg" ContentType="image/svg+xml"/>
  <Override PartName="/ppt/media/image13.svg" ContentType="image/svg+xml"/>
  <Override PartName="/ppt/media/image19.svg" ContentType="image/svg+xml"/>
  <Override PartName="/ppt/media/image22.svg" ContentType="image/svg+xml"/>
  <Override PartName="/ppt/media/image26.svg" ContentType="image/svg+xml"/>
  <Override PartName="/ppt/media/image28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League Spartan" panose="00000800000000000000"/>
      <p:bold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4.jpe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7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9.svg"/><Relationship Id="rId12" Type="http://schemas.openxmlformats.org/officeDocument/2006/relationships/image" Target="../media/image20.png"/><Relationship Id="rId11" Type="http://schemas.openxmlformats.org/officeDocument/2006/relationships/image" Target="../media/image19.svg"/><Relationship Id="rId10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7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2.svg"/><Relationship Id="rId12" Type="http://schemas.openxmlformats.org/officeDocument/2006/relationships/image" Target="../media/image21.png"/><Relationship Id="rId11" Type="http://schemas.openxmlformats.org/officeDocument/2006/relationships/image" Target="../media/image9.svg"/><Relationship Id="rId10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0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9.svg"/><Relationship Id="rId12" Type="http://schemas.openxmlformats.org/officeDocument/2006/relationships/image" Target="../media/image24.png"/><Relationship Id="rId11" Type="http://schemas.openxmlformats.org/officeDocument/2006/relationships/image" Target="../media/image22.svg"/><Relationship Id="rId10" Type="http://schemas.openxmlformats.org/officeDocument/2006/relationships/image" Target="../media/image23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0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9.svg"/><Relationship Id="rId12" Type="http://schemas.openxmlformats.org/officeDocument/2006/relationships/image" Target="../media/image24.png"/><Relationship Id="rId11" Type="http://schemas.openxmlformats.org/officeDocument/2006/relationships/image" Target="../media/image11.svg"/><Relationship Id="rId10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0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2.svg"/><Relationship Id="rId12" Type="http://schemas.openxmlformats.org/officeDocument/2006/relationships/image" Target="../media/image23.png"/><Relationship Id="rId11" Type="http://schemas.openxmlformats.org/officeDocument/2006/relationships/image" Target="../media/image11.svg"/><Relationship Id="rId10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0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9.svg"/><Relationship Id="rId12" Type="http://schemas.openxmlformats.org/officeDocument/2006/relationships/image" Target="../media/image24.png"/><Relationship Id="rId11" Type="http://schemas.openxmlformats.org/officeDocument/2006/relationships/image" Target="../media/image22.svg"/><Relationship Id="rId10" Type="http://schemas.openxmlformats.org/officeDocument/2006/relationships/image" Target="../media/image23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0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9.svg"/><Relationship Id="rId12" Type="http://schemas.openxmlformats.org/officeDocument/2006/relationships/image" Target="../media/image24.png"/><Relationship Id="rId11" Type="http://schemas.openxmlformats.org/officeDocument/2006/relationships/image" Target="../media/image11.svg"/><Relationship Id="rId10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0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9.svg"/><Relationship Id="rId12" Type="http://schemas.openxmlformats.org/officeDocument/2006/relationships/image" Target="../media/image24.png"/><Relationship Id="rId11" Type="http://schemas.openxmlformats.org/officeDocument/2006/relationships/image" Target="../media/image11.svg"/><Relationship Id="rId10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0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9.svg"/><Relationship Id="rId12" Type="http://schemas.openxmlformats.org/officeDocument/2006/relationships/image" Target="../media/image24.png"/><Relationship Id="rId11" Type="http://schemas.openxmlformats.org/officeDocument/2006/relationships/image" Target="../media/image11.svg"/><Relationship Id="rId10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7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2.svg"/><Relationship Id="rId12" Type="http://schemas.openxmlformats.org/officeDocument/2006/relationships/image" Target="../media/image23.png"/><Relationship Id="rId11" Type="http://schemas.openxmlformats.org/officeDocument/2006/relationships/image" Target="../media/image9.svg"/><Relationship Id="rId10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3.svg"/><Relationship Id="rId16" Type="http://schemas.openxmlformats.org/officeDocument/2006/relationships/image" Target="../media/image29.png"/><Relationship Id="rId15" Type="http://schemas.openxmlformats.org/officeDocument/2006/relationships/image" Target="../media/image11.svg"/><Relationship Id="rId14" Type="http://schemas.openxmlformats.org/officeDocument/2006/relationships/image" Target="../media/image17.png"/><Relationship Id="rId13" Type="http://schemas.openxmlformats.org/officeDocument/2006/relationships/image" Target="../media/image9.svg"/><Relationship Id="rId12" Type="http://schemas.openxmlformats.org/officeDocument/2006/relationships/image" Target="../media/image20.png"/><Relationship Id="rId11" Type="http://schemas.openxmlformats.org/officeDocument/2006/relationships/image" Target="../media/image28.svg"/><Relationship Id="rId10" Type="http://schemas.openxmlformats.org/officeDocument/2006/relationships/image" Target="../media/image27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-477666">
            <a:off x="1376923" y="820880"/>
            <a:ext cx="15961787" cy="9618787"/>
          </a:xfrm>
          <a:custGeom>
            <a:avLst/>
            <a:gdLst/>
            <a:ahLst/>
            <a:cxnLst/>
            <a:rect l="l" t="t" r="r" b="b"/>
            <a:pathLst>
              <a:path w="15961787" h="9618787">
                <a:moveTo>
                  <a:pt x="0" y="0"/>
                </a:moveTo>
                <a:lnTo>
                  <a:pt x="15961787" y="0"/>
                </a:lnTo>
                <a:lnTo>
                  <a:pt x="15961787" y="9618787"/>
                </a:lnTo>
                <a:lnTo>
                  <a:pt x="0" y="9618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4" name="Group 4"/>
          <p:cNvGrpSpPr/>
          <p:nvPr/>
        </p:nvGrpSpPr>
        <p:grpSpPr>
          <a:xfrm rot="-505450">
            <a:off x="-1259401" y="984497"/>
            <a:ext cx="18146201" cy="9370940"/>
            <a:chOff x="0" y="0"/>
            <a:chExt cx="5236000" cy="27039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36000" cy="2703940"/>
            </a:xfrm>
            <a:custGeom>
              <a:avLst/>
              <a:gdLst/>
              <a:ahLst/>
              <a:cxnLst/>
              <a:rect l="l" t="t" r="r" b="b"/>
              <a:pathLst>
                <a:path w="5236000" h="2703940">
                  <a:moveTo>
                    <a:pt x="20479" y="0"/>
                  </a:moveTo>
                  <a:lnTo>
                    <a:pt x="5215521" y="0"/>
                  </a:lnTo>
                  <a:cubicBezTo>
                    <a:pt x="5220952" y="0"/>
                    <a:pt x="5226161" y="2158"/>
                    <a:pt x="5230002" y="5998"/>
                  </a:cubicBezTo>
                  <a:cubicBezTo>
                    <a:pt x="5233842" y="9839"/>
                    <a:pt x="5236000" y="15047"/>
                    <a:pt x="5236000" y="20479"/>
                  </a:cubicBezTo>
                  <a:lnTo>
                    <a:pt x="5236000" y="2683461"/>
                  </a:lnTo>
                  <a:cubicBezTo>
                    <a:pt x="5236000" y="2694772"/>
                    <a:pt x="5226831" y="2703940"/>
                    <a:pt x="5215521" y="2703940"/>
                  </a:cubicBezTo>
                  <a:lnTo>
                    <a:pt x="20479" y="2703940"/>
                  </a:lnTo>
                  <a:cubicBezTo>
                    <a:pt x="9169" y="2703940"/>
                    <a:pt x="0" y="2694772"/>
                    <a:pt x="0" y="2683461"/>
                  </a:cubicBezTo>
                  <a:lnTo>
                    <a:pt x="0" y="20479"/>
                  </a:lnTo>
                  <a:cubicBezTo>
                    <a:pt x="0" y="9169"/>
                    <a:pt x="9169" y="0"/>
                    <a:pt x="2047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236000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-500795">
            <a:off x="-1265180" y="1073730"/>
            <a:ext cx="18057058" cy="9207517"/>
            <a:chOff x="0" y="0"/>
            <a:chExt cx="5210278" cy="26567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10278" cy="2656785"/>
            </a:xfrm>
            <a:custGeom>
              <a:avLst/>
              <a:gdLst/>
              <a:ahLst/>
              <a:cxnLst/>
              <a:rect l="l" t="t" r="r" b="b"/>
              <a:pathLst>
                <a:path w="5210278" h="2656785">
                  <a:moveTo>
                    <a:pt x="20580" y="0"/>
                  </a:moveTo>
                  <a:lnTo>
                    <a:pt x="5189698" y="0"/>
                  </a:lnTo>
                  <a:cubicBezTo>
                    <a:pt x="5195156" y="0"/>
                    <a:pt x="5200391" y="2168"/>
                    <a:pt x="5204251" y="6028"/>
                  </a:cubicBezTo>
                  <a:cubicBezTo>
                    <a:pt x="5208110" y="9887"/>
                    <a:pt x="5210278" y="15122"/>
                    <a:pt x="5210278" y="20580"/>
                  </a:cubicBezTo>
                  <a:lnTo>
                    <a:pt x="5210278" y="2636205"/>
                  </a:lnTo>
                  <a:cubicBezTo>
                    <a:pt x="5210278" y="2647571"/>
                    <a:pt x="5201064" y="2656785"/>
                    <a:pt x="5189698" y="2656785"/>
                  </a:cubicBezTo>
                  <a:lnTo>
                    <a:pt x="20580" y="2656785"/>
                  </a:lnTo>
                  <a:cubicBezTo>
                    <a:pt x="9214" y="2656785"/>
                    <a:pt x="0" y="2647571"/>
                    <a:pt x="0" y="2636205"/>
                  </a:cubicBezTo>
                  <a:lnTo>
                    <a:pt x="0" y="20580"/>
                  </a:lnTo>
                  <a:cubicBezTo>
                    <a:pt x="0" y="9214"/>
                    <a:pt x="9214" y="0"/>
                    <a:pt x="20580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210278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-505450">
            <a:off x="14916606" y="2507098"/>
            <a:ext cx="1252463" cy="1084661"/>
            <a:chOff x="0" y="0"/>
            <a:chExt cx="361392" cy="3129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-505450">
            <a:off x="14687378" y="1189960"/>
            <a:ext cx="1252463" cy="1084661"/>
            <a:chOff x="0" y="0"/>
            <a:chExt cx="361392" cy="3129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-505450">
            <a:off x="2944306" y="1282238"/>
            <a:ext cx="12844409" cy="8320330"/>
            <a:chOff x="0" y="0"/>
            <a:chExt cx="3706193" cy="24007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06193" cy="2400792"/>
            </a:xfrm>
            <a:custGeom>
              <a:avLst/>
              <a:gdLst/>
              <a:ahLst/>
              <a:cxnLst/>
              <a:rect l="l" t="t" r="r" b="b"/>
              <a:pathLst>
                <a:path w="3706193" h="2400792">
                  <a:moveTo>
                    <a:pt x="13260" y="0"/>
                  </a:moveTo>
                  <a:lnTo>
                    <a:pt x="3692933" y="0"/>
                  </a:lnTo>
                  <a:cubicBezTo>
                    <a:pt x="3696450" y="0"/>
                    <a:pt x="3699823" y="1397"/>
                    <a:pt x="3702309" y="3884"/>
                  </a:cubicBezTo>
                  <a:cubicBezTo>
                    <a:pt x="3704796" y="6371"/>
                    <a:pt x="3706193" y="9744"/>
                    <a:pt x="3706193" y="13260"/>
                  </a:cubicBezTo>
                  <a:lnTo>
                    <a:pt x="3706193" y="2387531"/>
                  </a:lnTo>
                  <a:cubicBezTo>
                    <a:pt x="3706193" y="2391048"/>
                    <a:pt x="3704796" y="2394421"/>
                    <a:pt x="3702309" y="2396908"/>
                  </a:cubicBezTo>
                  <a:cubicBezTo>
                    <a:pt x="3699823" y="2399395"/>
                    <a:pt x="3696450" y="2400792"/>
                    <a:pt x="3692933" y="2400792"/>
                  </a:cubicBezTo>
                  <a:lnTo>
                    <a:pt x="13260" y="2400792"/>
                  </a:lnTo>
                  <a:cubicBezTo>
                    <a:pt x="5937" y="2400792"/>
                    <a:pt x="0" y="2394855"/>
                    <a:pt x="0" y="2387531"/>
                  </a:cubicBezTo>
                  <a:lnTo>
                    <a:pt x="0" y="13260"/>
                  </a:lnTo>
                  <a:cubicBezTo>
                    <a:pt x="0" y="9744"/>
                    <a:pt x="1397" y="6371"/>
                    <a:pt x="3884" y="3884"/>
                  </a:cubicBezTo>
                  <a:cubicBezTo>
                    <a:pt x="6371" y="1397"/>
                    <a:pt x="9744" y="0"/>
                    <a:pt x="13260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706193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-505450">
            <a:off x="-1184816" y="2534602"/>
            <a:ext cx="3945103" cy="8332622"/>
            <a:chOff x="0" y="0"/>
            <a:chExt cx="1138341" cy="24043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2" name="Freeform 22"/>
          <p:cNvSpPr/>
          <p:nvPr/>
        </p:nvSpPr>
        <p:spPr>
          <a:xfrm rot="-500795">
            <a:off x="3027114" y="1875245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500795">
            <a:off x="3632286" y="6000066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500795">
            <a:off x="7151935" y="1270073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500795">
            <a:off x="7757107" y="5394894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500795">
            <a:off x="-1949222" y="2605346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8" y="0"/>
                </a:lnTo>
                <a:lnTo>
                  <a:pt x="4168978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500795">
            <a:off x="-1344051" y="6730168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500795">
            <a:off x="11276757" y="664901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8" y="0"/>
                </a:lnTo>
                <a:lnTo>
                  <a:pt x="4168978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500795">
            <a:off x="11881928" y="4789722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00795">
            <a:off x="16037433" y="8364651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2" y="0"/>
                </a:lnTo>
                <a:lnTo>
                  <a:pt x="408662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-500795" flipV="1">
            <a:off x="14850334" y="273445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2" y="408662"/>
                </a:lnTo>
                <a:lnTo>
                  <a:pt x="408662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4899204">
            <a:off x="-596577" y="5672976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-500795">
            <a:off x="2806737" y="2698773"/>
            <a:ext cx="558859" cy="55885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6" name="Group 36"/>
          <p:cNvGrpSpPr/>
          <p:nvPr/>
        </p:nvGrpSpPr>
        <p:grpSpPr>
          <a:xfrm rot="-500795">
            <a:off x="3047889" y="4342457"/>
            <a:ext cx="558859" cy="55885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9" name="Group 39"/>
          <p:cNvGrpSpPr/>
          <p:nvPr/>
        </p:nvGrpSpPr>
        <p:grpSpPr>
          <a:xfrm rot="-500795">
            <a:off x="3289042" y="5986142"/>
            <a:ext cx="558859" cy="558859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2" name="Group 42"/>
          <p:cNvGrpSpPr/>
          <p:nvPr/>
        </p:nvGrpSpPr>
        <p:grpSpPr>
          <a:xfrm rot="-500795">
            <a:off x="3530194" y="7629826"/>
            <a:ext cx="558859" cy="558859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5" name="Group 45"/>
          <p:cNvGrpSpPr/>
          <p:nvPr/>
        </p:nvGrpSpPr>
        <p:grpSpPr>
          <a:xfrm rot="-500795">
            <a:off x="3771347" y="9273510"/>
            <a:ext cx="558859" cy="558859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8" name="Freeform 48"/>
          <p:cNvSpPr/>
          <p:nvPr/>
        </p:nvSpPr>
        <p:spPr>
          <a:xfrm rot="4899204" flipV="1">
            <a:off x="-2000184" y="5878906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49" name="Group 49"/>
          <p:cNvGrpSpPr/>
          <p:nvPr/>
        </p:nvGrpSpPr>
        <p:grpSpPr>
          <a:xfrm rot="-500795">
            <a:off x="1369490" y="2909638"/>
            <a:ext cx="558859" cy="558859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-500795">
            <a:off x="1610642" y="4553323"/>
            <a:ext cx="558859" cy="558859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5" name="Group 55"/>
          <p:cNvGrpSpPr/>
          <p:nvPr/>
        </p:nvGrpSpPr>
        <p:grpSpPr>
          <a:xfrm rot="-500795">
            <a:off x="1851795" y="6197007"/>
            <a:ext cx="558859" cy="558859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8" name="Group 58"/>
          <p:cNvGrpSpPr/>
          <p:nvPr/>
        </p:nvGrpSpPr>
        <p:grpSpPr>
          <a:xfrm rot="-500795">
            <a:off x="2092947" y="7840691"/>
            <a:ext cx="558859" cy="558859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1" name="Group 61"/>
          <p:cNvGrpSpPr/>
          <p:nvPr/>
        </p:nvGrpSpPr>
        <p:grpSpPr>
          <a:xfrm rot="-500795">
            <a:off x="2334100" y="9484375"/>
            <a:ext cx="558859" cy="558859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4" name="Group 64"/>
          <p:cNvGrpSpPr/>
          <p:nvPr/>
        </p:nvGrpSpPr>
        <p:grpSpPr>
          <a:xfrm rot="-505450">
            <a:off x="1554531" y="2947736"/>
            <a:ext cx="1588730" cy="272931"/>
            <a:chOff x="0" y="0"/>
            <a:chExt cx="458420" cy="78753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58420" cy="78753"/>
            </a:xfrm>
            <a:custGeom>
              <a:avLst/>
              <a:gdLst/>
              <a:ahLst/>
              <a:cxnLst/>
              <a:rect l="l" t="t" r="r" b="b"/>
              <a:pathLst>
                <a:path w="458420" h="78753">
                  <a:moveTo>
                    <a:pt x="39377" y="0"/>
                  </a:moveTo>
                  <a:lnTo>
                    <a:pt x="419044" y="0"/>
                  </a:lnTo>
                  <a:cubicBezTo>
                    <a:pt x="440791" y="0"/>
                    <a:pt x="458420" y="17629"/>
                    <a:pt x="458420" y="39377"/>
                  </a:cubicBezTo>
                  <a:lnTo>
                    <a:pt x="458420" y="39377"/>
                  </a:lnTo>
                  <a:cubicBezTo>
                    <a:pt x="458420" y="61124"/>
                    <a:pt x="440791" y="78753"/>
                    <a:pt x="419044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458420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7" name="Group 67"/>
          <p:cNvGrpSpPr/>
          <p:nvPr/>
        </p:nvGrpSpPr>
        <p:grpSpPr>
          <a:xfrm rot="-505450">
            <a:off x="1800143" y="4591765"/>
            <a:ext cx="1589876" cy="272931"/>
            <a:chOff x="0" y="0"/>
            <a:chExt cx="458751" cy="78753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58751" cy="78753"/>
            </a:xfrm>
            <a:custGeom>
              <a:avLst/>
              <a:gdLst/>
              <a:ahLst/>
              <a:cxnLst/>
              <a:rect l="l" t="t" r="r" b="b"/>
              <a:pathLst>
                <a:path w="458751" h="78753">
                  <a:moveTo>
                    <a:pt x="39377" y="0"/>
                  </a:moveTo>
                  <a:lnTo>
                    <a:pt x="419375" y="0"/>
                  </a:lnTo>
                  <a:cubicBezTo>
                    <a:pt x="441122" y="0"/>
                    <a:pt x="458751" y="17629"/>
                    <a:pt x="458751" y="39377"/>
                  </a:cubicBezTo>
                  <a:lnTo>
                    <a:pt x="458751" y="39377"/>
                  </a:lnTo>
                  <a:cubicBezTo>
                    <a:pt x="458751" y="61124"/>
                    <a:pt x="441122" y="78753"/>
                    <a:pt x="419375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458751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0" name="Group 70"/>
          <p:cNvGrpSpPr/>
          <p:nvPr/>
        </p:nvGrpSpPr>
        <p:grpSpPr>
          <a:xfrm rot="-505450">
            <a:off x="2041452" y="6236512"/>
            <a:ext cx="1589876" cy="272931"/>
            <a:chOff x="0" y="0"/>
            <a:chExt cx="458751" cy="7875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58751" cy="78753"/>
            </a:xfrm>
            <a:custGeom>
              <a:avLst/>
              <a:gdLst/>
              <a:ahLst/>
              <a:cxnLst/>
              <a:rect l="l" t="t" r="r" b="b"/>
              <a:pathLst>
                <a:path w="458751" h="78753">
                  <a:moveTo>
                    <a:pt x="39377" y="0"/>
                  </a:moveTo>
                  <a:lnTo>
                    <a:pt x="419375" y="0"/>
                  </a:lnTo>
                  <a:cubicBezTo>
                    <a:pt x="441122" y="0"/>
                    <a:pt x="458751" y="17629"/>
                    <a:pt x="458751" y="39377"/>
                  </a:cubicBezTo>
                  <a:lnTo>
                    <a:pt x="458751" y="39377"/>
                  </a:lnTo>
                  <a:cubicBezTo>
                    <a:pt x="458751" y="61124"/>
                    <a:pt x="441122" y="78753"/>
                    <a:pt x="419375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458751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3" name="Group 73"/>
          <p:cNvGrpSpPr/>
          <p:nvPr/>
        </p:nvGrpSpPr>
        <p:grpSpPr>
          <a:xfrm rot="-505450">
            <a:off x="2282760" y="7881258"/>
            <a:ext cx="1589876" cy="272931"/>
            <a:chOff x="0" y="0"/>
            <a:chExt cx="458751" cy="7875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58751" cy="78753"/>
            </a:xfrm>
            <a:custGeom>
              <a:avLst/>
              <a:gdLst/>
              <a:ahLst/>
              <a:cxnLst/>
              <a:rect l="l" t="t" r="r" b="b"/>
              <a:pathLst>
                <a:path w="458751" h="78753">
                  <a:moveTo>
                    <a:pt x="39377" y="0"/>
                  </a:moveTo>
                  <a:lnTo>
                    <a:pt x="419375" y="0"/>
                  </a:lnTo>
                  <a:cubicBezTo>
                    <a:pt x="441122" y="0"/>
                    <a:pt x="458751" y="17629"/>
                    <a:pt x="458751" y="39377"/>
                  </a:cubicBezTo>
                  <a:lnTo>
                    <a:pt x="458751" y="39377"/>
                  </a:lnTo>
                  <a:cubicBezTo>
                    <a:pt x="458751" y="61124"/>
                    <a:pt x="441122" y="78753"/>
                    <a:pt x="419375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458751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6" name="Group 76"/>
          <p:cNvGrpSpPr/>
          <p:nvPr/>
        </p:nvGrpSpPr>
        <p:grpSpPr>
          <a:xfrm rot="-505450">
            <a:off x="2519758" y="9526636"/>
            <a:ext cx="1589876" cy="272931"/>
            <a:chOff x="0" y="0"/>
            <a:chExt cx="458751" cy="7875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58751" cy="78753"/>
            </a:xfrm>
            <a:custGeom>
              <a:avLst/>
              <a:gdLst/>
              <a:ahLst/>
              <a:cxnLst/>
              <a:rect l="l" t="t" r="r" b="b"/>
              <a:pathLst>
                <a:path w="458751" h="78753">
                  <a:moveTo>
                    <a:pt x="39377" y="0"/>
                  </a:moveTo>
                  <a:lnTo>
                    <a:pt x="419375" y="0"/>
                  </a:lnTo>
                  <a:cubicBezTo>
                    <a:pt x="441122" y="0"/>
                    <a:pt x="458751" y="17629"/>
                    <a:pt x="458751" y="39377"/>
                  </a:cubicBezTo>
                  <a:lnTo>
                    <a:pt x="458751" y="39377"/>
                  </a:lnTo>
                  <a:cubicBezTo>
                    <a:pt x="458751" y="61124"/>
                    <a:pt x="441122" y="78753"/>
                    <a:pt x="419375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458751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9" name="TextBox 79"/>
          <p:cNvSpPr txBox="1"/>
          <p:nvPr/>
        </p:nvSpPr>
        <p:spPr>
          <a:xfrm rot="-517918">
            <a:off x="6839034" y="7343521"/>
            <a:ext cx="6655143" cy="57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5"/>
              </a:lnSpc>
            </a:pPr>
            <a:r>
              <a:rPr lang="en-US" sz="3340">
                <a:solidFill>
                  <a:srgbClr val="091F5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Fatima Dhayni</a:t>
            </a:r>
            <a:endParaRPr lang="en-US" sz="3340">
              <a:solidFill>
                <a:srgbClr val="091F58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0" name="Freeform 80"/>
          <p:cNvSpPr/>
          <p:nvPr/>
        </p:nvSpPr>
        <p:spPr>
          <a:xfrm rot="-168141">
            <a:off x="8341601" y="7949246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1" y="0"/>
                </a:lnTo>
                <a:lnTo>
                  <a:pt x="4245191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 rot="6564335">
            <a:off x="14706757" y="6497480"/>
            <a:ext cx="2444837" cy="5093411"/>
          </a:xfrm>
          <a:custGeom>
            <a:avLst/>
            <a:gdLst/>
            <a:ahLst/>
            <a:cxnLst/>
            <a:rect l="l" t="t" r="r" b="b"/>
            <a:pathLst>
              <a:path w="2444837" h="5093411">
                <a:moveTo>
                  <a:pt x="0" y="0"/>
                </a:moveTo>
                <a:lnTo>
                  <a:pt x="2444837" y="0"/>
                </a:lnTo>
                <a:lnTo>
                  <a:pt x="2444837" y="5093411"/>
                </a:lnTo>
                <a:lnTo>
                  <a:pt x="0" y="50934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2" name="Freeform 82"/>
          <p:cNvSpPr/>
          <p:nvPr/>
        </p:nvSpPr>
        <p:spPr>
          <a:xfrm rot="7222744">
            <a:off x="13033158" y="8335430"/>
            <a:ext cx="3579360" cy="4755188"/>
          </a:xfrm>
          <a:custGeom>
            <a:avLst/>
            <a:gdLst/>
            <a:ahLst/>
            <a:cxnLst/>
            <a:rect l="l" t="t" r="r" b="b"/>
            <a:pathLst>
              <a:path w="3579360" h="4755188">
                <a:moveTo>
                  <a:pt x="0" y="0"/>
                </a:moveTo>
                <a:lnTo>
                  <a:pt x="3579360" y="0"/>
                </a:lnTo>
                <a:lnTo>
                  <a:pt x="3579360" y="4755188"/>
                </a:lnTo>
                <a:lnTo>
                  <a:pt x="0" y="47551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 flipH="1">
            <a:off x="13499473" y="663114"/>
            <a:ext cx="1565559" cy="1863247"/>
          </a:xfrm>
          <a:custGeom>
            <a:avLst/>
            <a:gdLst/>
            <a:ahLst/>
            <a:cxnLst/>
            <a:rect l="l" t="t" r="r" b="b"/>
            <a:pathLst>
              <a:path w="1565559" h="1863247">
                <a:moveTo>
                  <a:pt x="1565559" y="0"/>
                </a:moveTo>
                <a:lnTo>
                  <a:pt x="0" y="0"/>
                </a:lnTo>
                <a:lnTo>
                  <a:pt x="0" y="1863247"/>
                </a:lnTo>
                <a:lnTo>
                  <a:pt x="1565559" y="1863247"/>
                </a:lnTo>
                <a:lnTo>
                  <a:pt x="1565559" y="0"/>
                </a:lnTo>
                <a:close/>
              </a:path>
            </a:pathLst>
          </a:custGeom>
          <a:blipFill>
            <a:blip r:embed="rId14"/>
            <a:stretch>
              <a:fillRect t="-9967" r="-4085" b="-21254"/>
            </a:stretch>
          </a:blipFill>
        </p:spPr>
      </p:sp>
      <p:sp>
        <p:nvSpPr>
          <p:cNvPr id="84" name="TextBox 84"/>
          <p:cNvSpPr txBox="1"/>
          <p:nvPr/>
        </p:nvSpPr>
        <p:spPr>
          <a:xfrm rot="-517918">
            <a:off x="4864321" y="2716560"/>
            <a:ext cx="9917381" cy="222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40"/>
              </a:lnSpc>
            </a:pPr>
            <a:r>
              <a:rPr lang="en-US" sz="1302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AlGhadeer</a:t>
            </a:r>
            <a:endParaRPr lang="en-US" sz="1302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5" name="TextBox 85"/>
          <p:cNvSpPr txBox="1"/>
          <p:nvPr/>
        </p:nvSpPr>
        <p:spPr>
          <a:xfrm rot="-517918">
            <a:off x="4370327" y="4705803"/>
            <a:ext cx="11131540" cy="281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5"/>
              </a:lnSpc>
            </a:pPr>
            <a:r>
              <a:rPr lang="en-US" sz="1642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School</a:t>
            </a:r>
            <a:endParaRPr lang="en-US" sz="1642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1820947" y="974521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Freeform 84"/>
          <p:cNvSpPr/>
          <p:nvPr/>
        </p:nvSpPr>
        <p:spPr>
          <a:xfrm rot="6451370">
            <a:off x="15324698" y="7886286"/>
            <a:ext cx="1972426" cy="4109221"/>
          </a:xfrm>
          <a:custGeom>
            <a:avLst/>
            <a:gdLst/>
            <a:ahLst/>
            <a:cxnLst/>
            <a:rect l="l" t="t" r="r" b="b"/>
            <a:pathLst>
              <a:path w="1972426" h="4109221">
                <a:moveTo>
                  <a:pt x="0" y="0"/>
                </a:moveTo>
                <a:lnTo>
                  <a:pt x="1972426" y="0"/>
                </a:lnTo>
                <a:lnTo>
                  <a:pt x="1972426" y="4109221"/>
                </a:lnTo>
                <a:lnTo>
                  <a:pt x="0" y="41092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5" name="Freeform 85"/>
          <p:cNvSpPr/>
          <p:nvPr/>
        </p:nvSpPr>
        <p:spPr>
          <a:xfrm rot="6910082">
            <a:off x="13161737" y="8281811"/>
            <a:ext cx="3269068" cy="4342965"/>
          </a:xfrm>
          <a:custGeom>
            <a:avLst/>
            <a:gdLst/>
            <a:ahLst/>
            <a:cxnLst/>
            <a:rect l="l" t="t" r="r" b="b"/>
            <a:pathLst>
              <a:path w="3269068" h="4342965">
                <a:moveTo>
                  <a:pt x="0" y="0"/>
                </a:moveTo>
                <a:lnTo>
                  <a:pt x="3269068" y="0"/>
                </a:lnTo>
                <a:lnTo>
                  <a:pt x="3269068" y="4342965"/>
                </a:lnTo>
                <a:lnTo>
                  <a:pt x="0" y="43429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6" name="TextBox 86"/>
          <p:cNvSpPr txBox="1"/>
          <p:nvPr/>
        </p:nvSpPr>
        <p:spPr>
          <a:xfrm>
            <a:off x="4828540" y="1298575"/>
            <a:ext cx="6114415" cy="1188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70"/>
              </a:lnSpc>
            </a:pPr>
            <a:r>
              <a:rPr lang="en-US" sz="662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Introduction</a:t>
            </a:r>
            <a:endParaRPr lang="en-US" sz="662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7" name="Freeform 87"/>
          <p:cNvSpPr/>
          <p:nvPr/>
        </p:nvSpPr>
        <p:spPr>
          <a:xfrm rot="411814">
            <a:off x="5108535" y="2363930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2" y="0"/>
                </a:lnTo>
                <a:lnTo>
                  <a:pt x="4245192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8" name="TextBox 88"/>
          <p:cNvSpPr txBox="1"/>
          <p:nvPr/>
        </p:nvSpPr>
        <p:spPr>
          <a:xfrm>
            <a:off x="4760120" y="3036850"/>
            <a:ext cx="10826831" cy="4603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Educational instituti</a:t>
            </a:r>
            <a:r>
              <a:rPr lang="en-US" sz="29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ons require efficient systems to manage students, teachers, classes, and academic activities.</a:t>
            </a:r>
            <a:endParaRPr lang="en-US" sz="29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Many schools still rely on manual or basic systems that lack automation, organization, and intelligent decision-making.</a:t>
            </a:r>
            <a:endParaRPr lang="en-US" sz="29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This project introduces a modern web-based system enhanced with AI-based features.</a:t>
            </a:r>
            <a:endParaRPr lang="en-US" sz="29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ctr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1820947" y="974521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Freeform 84"/>
          <p:cNvSpPr/>
          <p:nvPr/>
        </p:nvSpPr>
        <p:spPr>
          <a:xfrm rot="6451370">
            <a:off x="15324698" y="7886286"/>
            <a:ext cx="1972426" cy="4109221"/>
          </a:xfrm>
          <a:custGeom>
            <a:avLst/>
            <a:gdLst/>
            <a:ahLst/>
            <a:cxnLst/>
            <a:rect l="l" t="t" r="r" b="b"/>
            <a:pathLst>
              <a:path w="1972426" h="4109221">
                <a:moveTo>
                  <a:pt x="0" y="0"/>
                </a:moveTo>
                <a:lnTo>
                  <a:pt x="1972426" y="0"/>
                </a:lnTo>
                <a:lnTo>
                  <a:pt x="1972426" y="4109221"/>
                </a:lnTo>
                <a:lnTo>
                  <a:pt x="0" y="41092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5" name="TextBox 85"/>
          <p:cNvSpPr txBox="1"/>
          <p:nvPr/>
        </p:nvSpPr>
        <p:spPr>
          <a:xfrm>
            <a:off x="4828842" y="1231751"/>
            <a:ext cx="909129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Topic Importance</a:t>
            </a:r>
            <a:endParaRPr lang="en-US" sz="7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6" name="Freeform 86"/>
          <p:cNvSpPr/>
          <p:nvPr/>
        </p:nvSpPr>
        <p:spPr>
          <a:xfrm rot="411814">
            <a:off x="5117907" y="2207646"/>
            <a:ext cx="6161442" cy="873805"/>
          </a:xfrm>
          <a:custGeom>
            <a:avLst/>
            <a:gdLst/>
            <a:ahLst/>
            <a:cxnLst/>
            <a:rect l="l" t="t" r="r" b="b"/>
            <a:pathLst>
              <a:path w="6161442" h="873805">
                <a:moveTo>
                  <a:pt x="0" y="0"/>
                </a:moveTo>
                <a:lnTo>
                  <a:pt x="6161442" y="0"/>
                </a:lnTo>
                <a:lnTo>
                  <a:pt x="6161442" y="873804"/>
                </a:lnTo>
                <a:lnTo>
                  <a:pt x="0" y="8738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7" name="Freeform 87"/>
          <p:cNvSpPr/>
          <p:nvPr/>
        </p:nvSpPr>
        <p:spPr>
          <a:xfrm rot="-5400000">
            <a:off x="13029299" y="8779713"/>
            <a:ext cx="3668514" cy="2483030"/>
          </a:xfrm>
          <a:custGeom>
            <a:avLst/>
            <a:gdLst/>
            <a:ahLst/>
            <a:cxnLst/>
            <a:rect l="l" t="t" r="r" b="b"/>
            <a:pathLst>
              <a:path w="3668514" h="2483030">
                <a:moveTo>
                  <a:pt x="0" y="0"/>
                </a:moveTo>
                <a:lnTo>
                  <a:pt x="3668514" y="0"/>
                </a:lnTo>
                <a:lnTo>
                  <a:pt x="3668514" y="2483030"/>
                </a:lnTo>
                <a:lnTo>
                  <a:pt x="0" y="2483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8" name="TextBox 88"/>
          <p:cNvSpPr txBox="1"/>
          <p:nvPr/>
        </p:nvSpPr>
        <p:spPr>
          <a:xfrm>
            <a:off x="4711443" y="3552138"/>
            <a:ext cx="10924185" cy="4472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7705" lvl="1" indent="-344170" algn="ctr">
              <a:lnSpc>
                <a:spcPts val="446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18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Schools handle large amounts </a:t>
            </a:r>
            <a:r>
              <a:rPr lang="en-US" sz="318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of data</a:t>
            </a:r>
            <a:endParaRPr lang="en-US" sz="318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687705" lvl="1" indent="-344170" algn="ctr">
              <a:lnSpc>
                <a:spcPts val="446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18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Manual processes are slow</a:t>
            </a:r>
            <a:endParaRPr lang="en-US" sz="318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687705" lvl="1" indent="-344170" algn="ctr">
              <a:lnSpc>
                <a:spcPts val="446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18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Classroom organization affects learning quality</a:t>
            </a:r>
            <a:endParaRPr lang="en-US" sz="318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687705" lvl="1" indent="-344170" algn="ctr">
              <a:lnSpc>
                <a:spcPts val="446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18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Lack of automation increases workload on teachers</a:t>
            </a:r>
            <a:endParaRPr lang="en-US" sz="318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ctr">
              <a:lnSpc>
                <a:spcPts val="4460"/>
              </a:lnSpc>
              <a:spcBef>
                <a:spcPct val="0"/>
              </a:spcBef>
            </a:pPr>
            <a:r>
              <a:rPr lang="en-US" sz="318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👉 A smart system improves efficiency and decision-m</a:t>
            </a:r>
            <a:r>
              <a:rPr lang="en-US" sz="3185" b="1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aking.</a:t>
            </a:r>
            <a:endParaRPr lang="en-US" sz="3185" b="1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ctr">
              <a:lnSpc>
                <a:spcPts val="4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1820947" y="974521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TextBox 84"/>
          <p:cNvSpPr txBox="1"/>
          <p:nvPr/>
        </p:nvSpPr>
        <p:spPr>
          <a:xfrm>
            <a:off x="4828842" y="1231751"/>
            <a:ext cx="909129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Affection</a:t>
            </a:r>
            <a:endParaRPr lang="en-US" sz="7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5" name="Freeform 85"/>
          <p:cNvSpPr/>
          <p:nvPr/>
        </p:nvSpPr>
        <p:spPr>
          <a:xfrm rot="411814">
            <a:off x="5108535" y="2363930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2" y="0"/>
                </a:lnTo>
                <a:lnTo>
                  <a:pt x="4245192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6" name="Freeform 86"/>
          <p:cNvSpPr/>
          <p:nvPr/>
        </p:nvSpPr>
        <p:spPr>
          <a:xfrm rot="-5400000">
            <a:off x="14380956" y="8710001"/>
            <a:ext cx="3668514" cy="2483030"/>
          </a:xfrm>
          <a:custGeom>
            <a:avLst/>
            <a:gdLst/>
            <a:ahLst/>
            <a:cxnLst/>
            <a:rect l="l" t="t" r="r" b="b"/>
            <a:pathLst>
              <a:path w="3668514" h="2483030">
                <a:moveTo>
                  <a:pt x="0" y="0"/>
                </a:moveTo>
                <a:lnTo>
                  <a:pt x="3668514" y="0"/>
                </a:lnTo>
                <a:lnTo>
                  <a:pt x="3668514" y="2483030"/>
                </a:lnTo>
                <a:lnTo>
                  <a:pt x="0" y="24830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7" name="TextBox 87"/>
          <p:cNvSpPr txBox="1"/>
          <p:nvPr/>
        </p:nvSpPr>
        <p:spPr>
          <a:xfrm>
            <a:off x="4844794" y="3499518"/>
            <a:ext cx="11049360" cy="4594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2005" lvl="1" indent="-400685" algn="l">
              <a:lnSpc>
                <a:spcPts val="5200"/>
              </a:lnSpc>
              <a:buFont typeface="Arial" panose="020B0604020202020204"/>
              <a:buChar char="•"/>
            </a:pPr>
            <a:r>
              <a:rPr lang="en-US" sz="371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Teachers → need better classroom management</a:t>
            </a:r>
            <a:endParaRPr lang="en-US" sz="371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802005" lvl="1" indent="-400685" algn="l">
              <a:lnSpc>
                <a:spcPts val="5200"/>
              </a:lnSpc>
              <a:buFont typeface="Arial" panose="020B0604020202020204"/>
              <a:buChar char="•"/>
            </a:pPr>
            <a:r>
              <a:rPr lang="en-US" sz="371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Students → need fair seating and clear schedules</a:t>
            </a:r>
            <a:endParaRPr lang="en-US" sz="371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802005" lvl="1" indent="-400685" algn="l">
              <a:lnSpc>
                <a:spcPts val="5200"/>
              </a:lnSpc>
              <a:buFont typeface="Arial" panose="020B0604020202020204"/>
              <a:buChar char="•"/>
            </a:pPr>
            <a:r>
              <a:rPr lang="en-US" sz="371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Administrators → need organized data management</a:t>
            </a:r>
            <a:endParaRPr lang="en-US" sz="371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5200"/>
              </a:lnSpc>
            </a:pPr>
          </a:p>
        </p:txBody>
      </p:sp>
      <p:sp>
        <p:nvSpPr>
          <p:cNvPr id="88" name="Freeform 88"/>
          <p:cNvSpPr/>
          <p:nvPr/>
        </p:nvSpPr>
        <p:spPr>
          <a:xfrm rot="6910082">
            <a:off x="13161737" y="8281811"/>
            <a:ext cx="3269068" cy="4342965"/>
          </a:xfrm>
          <a:custGeom>
            <a:avLst/>
            <a:gdLst/>
            <a:ahLst/>
            <a:cxnLst/>
            <a:rect l="l" t="t" r="r" b="b"/>
            <a:pathLst>
              <a:path w="3269068" h="4342965">
                <a:moveTo>
                  <a:pt x="0" y="0"/>
                </a:moveTo>
                <a:lnTo>
                  <a:pt x="3269068" y="0"/>
                </a:lnTo>
                <a:lnTo>
                  <a:pt x="3269068" y="4342965"/>
                </a:lnTo>
                <a:lnTo>
                  <a:pt x="0" y="43429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1820947" y="974521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TextBox 84"/>
          <p:cNvSpPr txBox="1"/>
          <p:nvPr/>
        </p:nvSpPr>
        <p:spPr>
          <a:xfrm>
            <a:off x="4828842" y="1231751"/>
            <a:ext cx="909129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Problems</a:t>
            </a:r>
            <a:endParaRPr lang="en-US" sz="7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5" name="Freeform 85"/>
          <p:cNvSpPr/>
          <p:nvPr/>
        </p:nvSpPr>
        <p:spPr>
          <a:xfrm rot="411814">
            <a:off x="5108535" y="2363930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2" y="0"/>
                </a:lnTo>
                <a:lnTo>
                  <a:pt x="4245192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6" name="TextBox 86"/>
          <p:cNvSpPr txBox="1"/>
          <p:nvPr/>
        </p:nvSpPr>
        <p:spPr>
          <a:xfrm>
            <a:off x="4710203" y="4314246"/>
            <a:ext cx="559284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No centralized system for managing school data</a:t>
            </a:r>
            <a:endParaRPr lang="en-US" sz="3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87" name="Group 87"/>
          <p:cNvGrpSpPr/>
          <p:nvPr/>
        </p:nvGrpSpPr>
        <p:grpSpPr>
          <a:xfrm rot="0">
            <a:off x="6728607" y="3284175"/>
            <a:ext cx="778019" cy="778019"/>
            <a:chOff x="0" y="0"/>
            <a:chExt cx="812800" cy="8128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4E7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Glacial Indifference Bold" panose="00000800000000000000"/>
                  <a:ea typeface="Glacial Indifference Bold" panose="00000800000000000000"/>
                  <a:cs typeface="Glacial Indifference Bold" panose="00000800000000000000"/>
                  <a:sym typeface="Glacial Indifference Bold" panose="00000800000000000000"/>
                </a:rPr>
                <a:t>1</a:t>
              </a:r>
              <a:endParaRPr lang="en-US" sz="230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 rot="0">
            <a:off x="12387403" y="3284175"/>
            <a:ext cx="778019" cy="778019"/>
            <a:chOff x="0" y="0"/>
            <a:chExt cx="812800" cy="8128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4E7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Glacial Indifference Bold" panose="00000800000000000000"/>
                  <a:ea typeface="Glacial Indifference Bold" panose="00000800000000000000"/>
                  <a:cs typeface="Glacial Indifference Bold" panose="00000800000000000000"/>
                  <a:sym typeface="Glacial Indifference Bold" panose="00000800000000000000"/>
                </a:rPr>
                <a:t>2</a:t>
              </a:r>
              <a:endParaRPr lang="en-US" sz="230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endParaRPr>
            </a:p>
          </p:txBody>
        </p:sp>
      </p:grpSp>
      <p:sp>
        <p:nvSpPr>
          <p:cNvPr id="93" name="Freeform 93"/>
          <p:cNvSpPr/>
          <p:nvPr/>
        </p:nvSpPr>
        <p:spPr>
          <a:xfrm rot="6451370">
            <a:off x="15324698" y="7886286"/>
            <a:ext cx="1972426" cy="4109221"/>
          </a:xfrm>
          <a:custGeom>
            <a:avLst/>
            <a:gdLst/>
            <a:ahLst/>
            <a:cxnLst/>
            <a:rect l="l" t="t" r="r" b="b"/>
            <a:pathLst>
              <a:path w="1972426" h="4109221">
                <a:moveTo>
                  <a:pt x="0" y="0"/>
                </a:moveTo>
                <a:lnTo>
                  <a:pt x="1972426" y="0"/>
                </a:lnTo>
                <a:lnTo>
                  <a:pt x="1972426" y="4109221"/>
                </a:lnTo>
                <a:lnTo>
                  <a:pt x="0" y="4109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4" name="Freeform 94"/>
          <p:cNvSpPr/>
          <p:nvPr/>
        </p:nvSpPr>
        <p:spPr>
          <a:xfrm rot="6910082">
            <a:off x="13161737" y="8281811"/>
            <a:ext cx="3269068" cy="4342965"/>
          </a:xfrm>
          <a:custGeom>
            <a:avLst/>
            <a:gdLst/>
            <a:ahLst/>
            <a:cxnLst/>
            <a:rect l="l" t="t" r="r" b="b"/>
            <a:pathLst>
              <a:path w="3269068" h="4342965">
                <a:moveTo>
                  <a:pt x="0" y="0"/>
                </a:moveTo>
                <a:lnTo>
                  <a:pt x="3269068" y="0"/>
                </a:lnTo>
                <a:lnTo>
                  <a:pt x="3269068" y="4342965"/>
                </a:lnTo>
                <a:lnTo>
                  <a:pt x="0" y="43429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5" name="TextBox 95"/>
          <p:cNvSpPr txBox="1"/>
          <p:nvPr/>
        </p:nvSpPr>
        <p:spPr>
          <a:xfrm>
            <a:off x="10522126" y="4304925"/>
            <a:ext cx="559284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No clear exam agenda for students</a:t>
            </a:r>
            <a:endParaRPr lang="en-US" sz="3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96" name="Group 96"/>
          <p:cNvGrpSpPr/>
          <p:nvPr/>
        </p:nvGrpSpPr>
        <p:grpSpPr>
          <a:xfrm rot="0">
            <a:off x="6728607" y="5962177"/>
            <a:ext cx="778019" cy="778019"/>
            <a:chOff x="0" y="0"/>
            <a:chExt cx="812800" cy="8128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4E7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Glacial Indifference Bold" panose="00000800000000000000"/>
                  <a:ea typeface="Glacial Indifference Bold" panose="00000800000000000000"/>
                  <a:cs typeface="Glacial Indifference Bold" panose="00000800000000000000"/>
                  <a:sym typeface="Glacial Indifference Bold" panose="00000800000000000000"/>
                </a:rPr>
                <a:t>3</a:t>
              </a:r>
              <a:endParaRPr lang="en-US" sz="230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 rot="0">
            <a:off x="12387403" y="5962177"/>
            <a:ext cx="778019" cy="778019"/>
            <a:chOff x="0" y="0"/>
            <a:chExt cx="812800" cy="8128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4E7"/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Glacial Indifference Bold" panose="00000800000000000000"/>
                  <a:ea typeface="Glacial Indifference Bold" panose="00000800000000000000"/>
                  <a:cs typeface="Glacial Indifference Bold" panose="00000800000000000000"/>
                  <a:sym typeface="Glacial Indifference Bold" panose="00000800000000000000"/>
                </a:rPr>
                <a:t>4</a:t>
              </a:r>
              <a:endParaRPr lang="en-US" sz="230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endParaRP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4710203" y="7264072"/>
            <a:ext cx="559284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Cl</a:t>
            </a: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assroom seating is done manually</a:t>
            </a:r>
            <a:endParaRPr lang="en-US" sz="3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03" name="TextBox 103"/>
          <p:cNvSpPr txBox="1"/>
          <p:nvPr/>
        </p:nvSpPr>
        <p:spPr>
          <a:xfrm>
            <a:off x="10368998" y="7264072"/>
            <a:ext cx="5592848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No intelligent </a:t>
            </a: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system to support student needs</a:t>
            </a:r>
            <a:endParaRPr lang="en-US" sz="3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1820947" y="974521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TextBox 84"/>
          <p:cNvSpPr txBox="1"/>
          <p:nvPr/>
        </p:nvSpPr>
        <p:spPr>
          <a:xfrm>
            <a:off x="5087772" y="1276786"/>
            <a:ext cx="5248183" cy="107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5"/>
              </a:lnSpc>
            </a:pPr>
            <a:r>
              <a:rPr lang="en-US" sz="634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 Limitations </a:t>
            </a:r>
            <a:endParaRPr lang="en-US" sz="634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5" name="Freeform 85"/>
          <p:cNvSpPr/>
          <p:nvPr/>
        </p:nvSpPr>
        <p:spPr>
          <a:xfrm rot="411814">
            <a:off x="5108535" y="2363930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2" y="0"/>
                </a:lnTo>
                <a:lnTo>
                  <a:pt x="4245192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6" name="TextBox 86"/>
          <p:cNvSpPr txBox="1"/>
          <p:nvPr/>
        </p:nvSpPr>
        <p:spPr>
          <a:xfrm>
            <a:off x="4844794" y="4592547"/>
            <a:ext cx="454564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W</a:t>
            </a: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ill be lack in security</a:t>
            </a:r>
            <a:endParaRPr lang="en-US" sz="3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10503589" y="4592547"/>
            <a:ext cx="454564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N</a:t>
            </a: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ot improved AI</a:t>
            </a:r>
            <a:endParaRPr lang="en-US" sz="3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88" name="Group 88"/>
          <p:cNvGrpSpPr/>
          <p:nvPr/>
        </p:nvGrpSpPr>
        <p:grpSpPr>
          <a:xfrm rot="0">
            <a:off x="6728607" y="3284175"/>
            <a:ext cx="778019" cy="778019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4E7"/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Glacial Indifference Bold" panose="00000800000000000000"/>
                  <a:ea typeface="Glacial Indifference Bold" panose="00000800000000000000"/>
                  <a:cs typeface="Glacial Indifference Bold" panose="00000800000000000000"/>
                  <a:sym typeface="Glacial Indifference Bold" panose="00000800000000000000"/>
                </a:rPr>
                <a:t>1</a:t>
              </a:r>
              <a:endParaRPr lang="en-US" sz="230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 rot="0">
            <a:off x="12387403" y="3284175"/>
            <a:ext cx="778019" cy="778019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4E7"/>
            </a:solidFill>
          </p:spPr>
        </p:sp>
        <p:sp>
          <p:nvSpPr>
            <p:cNvPr id="93" name="TextBox 9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Glacial Indifference Bold" panose="00000800000000000000"/>
                  <a:ea typeface="Glacial Indifference Bold" panose="00000800000000000000"/>
                  <a:cs typeface="Glacial Indifference Bold" panose="00000800000000000000"/>
                  <a:sym typeface="Glacial Indifference Bold" panose="00000800000000000000"/>
                </a:rPr>
                <a:t>2</a:t>
              </a:r>
              <a:endParaRPr lang="en-US" sz="230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endParaRPr>
            </a:p>
          </p:txBody>
        </p:sp>
      </p:grpSp>
      <p:sp>
        <p:nvSpPr>
          <p:cNvPr id="94" name="Freeform 94"/>
          <p:cNvSpPr/>
          <p:nvPr/>
        </p:nvSpPr>
        <p:spPr>
          <a:xfrm rot="6451370">
            <a:off x="15324698" y="7886286"/>
            <a:ext cx="1972426" cy="4109221"/>
          </a:xfrm>
          <a:custGeom>
            <a:avLst/>
            <a:gdLst/>
            <a:ahLst/>
            <a:cxnLst/>
            <a:rect l="l" t="t" r="r" b="b"/>
            <a:pathLst>
              <a:path w="1972426" h="4109221">
                <a:moveTo>
                  <a:pt x="0" y="0"/>
                </a:moveTo>
                <a:lnTo>
                  <a:pt x="1972426" y="0"/>
                </a:lnTo>
                <a:lnTo>
                  <a:pt x="1972426" y="4109221"/>
                </a:lnTo>
                <a:lnTo>
                  <a:pt x="0" y="4109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5" name="Freeform 95"/>
          <p:cNvSpPr/>
          <p:nvPr/>
        </p:nvSpPr>
        <p:spPr>
          <a:xfrm rot="-5400000">
            <a:off x="13029299" y="8779713"/>
            <a:ext cx="3668514" cy="2483030"/>
          </a:xfrm>
          <a:custGeom>
            <a:avLst/>
            <a:gdLst/>
            <a:ahLst/>
            <a:cxnLst/>
            <a:rect l="l" t="t" r="r" b="b"/>
            <a:pathLst>
              <a:path w="3668514" h="2483030">
                <a:moveTo>
                  <a:pt x="0" y="0"/>
                </a:moveTo>
                <a:lnTo>
                  <a:pt x="3668514" y="0"/>
                </a:lnTo>
                <a:lnTo>
                  <a:pt x="3668514" y="2483030"/>
                </a:lnTo>
                <a:lnTo>
                  <a:pt x="0" y="2483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96" name="Group 96"/>
          <p:cNvGrpSpPr/>
          <p:nvPr/>
        </p:nvGrpSpPr>
        <p:grpSpPr>
          <a:xfrm rot="0">
            <a:off x="6728607" y="5808177"/>
            <a:ext cx="778019" cy="778019"/>
            <a:chOff x="0" y="0"/>
            <a:chExt cx="812800" cy="8128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4E7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Glacial Indifference Bold" panose="00000800000000000000"/>
                  <a:ea typeface="Glacial Indifference Bold" panose="00000800000000000000"/>
                  <a:cs typeface="Glacial Indifference Bold" panose="00000800000000000000"/>
                  <a:sym typeface="Glacial Indifference Bold" panose="00000800000000000000"/>
                </a:rPr>
                <a:t>3</a:t>
              </a:r>
              <a:endParaRPr lang="en-US" sz="230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endParaRP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4844794" y="7021771"/>
            <a:ext cx="4545647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</a:t>
            </a:r>
            <a:r>
              <a:rPr lang="en-US" sz="3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ime-consuming manual work</a:t>
            </a:r>
            <a:endParaRPr lang="en-US" sz="3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3164984" y="-220698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TextBox 84"/>
          <p:cNvSpPr txBox="1"/>
          <p:nvPr/>
        </p:nvSpPr>
        <p:spPr>
          <a:xfrm>
            <a:off x="4828842" y="1231751"/>
            <a:ext cx="909129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Main Objective</a:t>
            </a:r>
            <a:endParaRPr lang="en-US" sz="7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5" name="Freeform 85"/>
          <p:cNvSpPr/>
          <p:nvPr/>
        </p:nvSpPr>
        <p:spPr>
          <a:xfrm rot="411814">
            <a:off x="5108535" y="2363930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2" y="0"/>
                </a:lnTo>
                <a:lnTo>
                  <a:pt x="4245192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6" name="TextBox 86"/>
          <p:cNvSpPr txBox="1"/>
          <p:nvPr/>
        </p:nvSpPr>
        <p:spPr>
          <a:xfrm>
            <a:off x="6024475" y="3439234"/>
            <a:ext cx="9410496" cy="123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54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Organizes academic data and simplifies administrative tasks</a:t>
            </a:r>
            <a:endParaRPr lang="en-US" sz="354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87" name="Group 87"/>
          <p:cNvGrpSpPr/>
          <p:nvPr/>
        </p:nvGrpSpPr>
        <p:grpSpPr>
          <a:xfrm rot="0">
            <a:off x="4828842" y="3878999"/>
            <a:ext cx="778019" cy="778019"/>
            <a:chOff x="0" y="0"/>
            <a:chExt cx="812800" cy="8128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4E7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Glacial Indifference Bold" panose="00000800000000000000"/>
                  <a:ea typeface="Glacial Indifference Bold" panose="00000800000000000000"/>
                  <a:cs typeface="Glacial Indifference Bold" panose="00000800000000000000"/>
                  <a:sym typeface="Glacial Indifference Bold" panose="00000800000000000000"/>
                </a:rPr>
                <a:t>1</a:t>
              </a:r>
              <a:endParaRPr lang="en-US" sz="230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 rot="0">
            <a:off x="4828842" y="6236094"/>
            <a:ext cx="778019" cy="778019"/>
            <a:chOff x="0" y="0"/>
            <a:chExt cx="812800" cy="8128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4E7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Glacial Indifference Bold" panose="00000800000000000000"/>
                  <a:ea typeface="Glacial Indifference Bold" panose="00000800000000000000"/>
                  <a:cs typeface="Glacial Indifference Bold" panose="00000800000000000000"/>
                  <a:sym typeface="Glacial Indifference Bold" panose="00000800000000000000"/>
                </a:rPr>
                <a:t>2</a:t>
              </a:r>
              <a:endParaRPr lang="en-US" sz="230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endParaRPr>
            </a:p>
          </p:txBody>
        </p:sp>
      </p:grpSp>
      <p:sp>
        <p:nvSpPr>
          <p:cNvPr id="93" name="Freeform 93"/>
          <p:cNvSpPr/>
          <p:nvPr/>
        </p:nvSpPr>
        <p:spPr>
          <a:xfrm rot="-5400000">
            <a:off x="14380956" y="8710001"/>
            <a:ext cx="3668514" cy="2483030"/>
          </a:xfrm>
          <a:custGeom>
            <a:avLst/>
            <a:gdLst/>
            <a:ahLst/>
            <a:cxnLst/>
            <a:rect l="l" t="t" r="r" b="b"/>
            <a:pathLst>
              <a:path w="3668514" h="2483030">
                <a:moveTo>
                  <a:pt x="0" y="0"/>
                </a:moveTo>
                <a:lnTo>
                  <a:pt x="3668514" y="0"/>
                </a:lnTo>
                <a:lnTo>
                  <a:pt x="3668514" y="2483030"/>
                </a:lnTo>
                <a:lnTo>
                  <a:pt x="0" y="24830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4" name="Freeform 94"/>
          <p:cNvSpPr/>
          <p:nvPr/>
        </p:nvSpPr>
        <p:spPr>
          <a:xfrm rot="6910082">
            <a:off x="13161737" y="8281811"/>
            <a:ext cx="3269068" cy="4342965"/>
          </a:xfrm>
          <a:custGeom>
            <a:avLst/>
            <a:gdLst/>
            <a:ahLst/>
            <a:cxnLst/>
            <a:rect l="l" t="t" r="r" b="b"/>
            <a:pathLst>
              <a:path w="3269068" h="4342965">
                <a:moveTo>
                  <a:pt x="0" y="0"/>
                </a:moveTo>
                <a:lnTo>
                  <a:pt x="3269068" y="0"/>
                </a:lnTo>
                <a:lnTo>
                  <a:pt x="3269068" y="4342965"/>
                </a:lnTo>
                <a:lnTo>
                  <a:pt x="0" y="43429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5" name="TextBox 95"/>
          <p:cNvSpPr txBox="1"/>
          <p:nvPr/>
        </p:nvSpPr>
        <p:spPr>
          <a:xfrm>
            <a:off x="6121212" y="5711509"/>
            <a:ext cx="9410496" cy="186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54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Integrates an intelligent seat allocation system and provides a clean interface</a:t>
            </a:r>
            <a:endParaRPr lang="en-US" sz="354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496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1820947" y="974521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TextBox 84"/>
          <p:cNvSpPr txBox="1"/>
          <p:nvPr/>
        </p:nvSpPr>
        <p:spPr>
          <a:xfrm>
            <a:off x="4828842" y="1461194"/>
            <a:ext cx="7912463" cy="96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45"/>
              </a:lnSpc>
            </a:pPr>
            <a:r>
              <a:rPr lang="en-US" sz="567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What will you build?</a:t>
            </a:r>
            <a:endParaRPr lang="en-US" sz="567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5" name="Freeform 85"/>
          <p:cNvSpPr/>
          <p:nvPr/>
        </p:nvSpPr>
        <p:spPr>
          <a:xfrm rot="411814">
            <a:off x="5108535" y="2363930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2" y="0"/>
                </a:lnTo>
                <a:lnTo>
                  <a:pt x="4245192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6" name="TextBox 86"/>
          <p:cNvSpPr txBox="1"/>
          <p:nvPr/>
        </p:nvSpPr>
        <p:spPr>
          <a:xfrm>
            <a:off x="4828842" y="3150805"/>
            <a:ext cx="14222044" cy="5443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0"/>
              </a:lnSpc>
            </a:pPr>
            <a:r>
              <a:rPr lang="en-US" sz="385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 web application that includes:</a:t>
            </a:r>
            <a:endParaRPr lang="en-US" sz="385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5390"/>
              </a:lnSpc>
            </a:pPr>
          </a:p>
          <a:p>
            <a:pPr marL="831215" lvl="1" indent="-415290" algn="l">
              <a:lnSpc>
                <a:spcPts val="5390"/>
              </a:lnSpc>
              <a:buFont typeface="Arial" panose="020B0604020202020204"/>
              <a:buChar char="•"/>
            </a:pPr>
            <a:r>
              <a:rPr lang="en-US" sz="385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teacher management</a:t>
            </a:r>
            <a:endParaRPr lang="en-US" sz="385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831215" lvl="1" indent="-415290" algn="l">
              <a:lnSpc>
                <a:spcPts val="5390"/>
              </a:lnSpc>
              <a:buFont typeface="Arial" panose="020B0604020202020204"/>
              <a:buChar char="•"/>
            </a:pPr>
            <a:r>
              <a:rPr lang="en-US" sz="385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class and section management</a:t>
            </a:r>
            <a:endParaRPr lang="en-US" sz="385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831215" lvl="1" indent="-415290" algn="l">
              <a:lnSpc>
                <a:spcPts val="5390"/>
              </a:lnSpc>
              <a:buFont typeface="Arial" panose="020B0604020202020204"/>
              <a:buChar char="•"/>
            </a:pPr>
            <a:r>
              <a:rPr lang="en-US" sz="385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lectures management</a:t>
            </a:r>
            <a:endParaRPr lang="en-US" sz="385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831215" lvl="1" indent="-415290" algn="l">
              <a:lnSpc>
                <a:spcPts val="5390"/>
              </a:lnSpc>
              <a:buFont typeface="Arial" panose="020B0604020202020204"/>
              <a:buChar char="•"/>
            </a:pPr>
            <a:r>
              <a:rPr lang="en-US" sz="385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agenda system</a:t>
            </a:r>
            <a:endParaRPr lang="en-US" sz="385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831215" lvl="1" indent="-415290" algn="l">
              <a:lnSpc>
                <a:spcPts val="5390"/>
              </a:lnSpc>
              <a:buFont typeface="Arial" panose="020B0604020202020204"/>
              <a:buChar char="•"/>
            </a:pPr>
            <a:r>
              <a:rPr lang="en-US" sz="385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AI-based seat allocation module</a:t>
            </a:r>
            <a:endParaRPr lang="en-US" sz="385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5390"/>
              </a:lnSpc>
            </a:pPr>
          </a:p>
        </p:txBody>
      </p:sp>
      <p:sp>
        <p:nvSpPr>
          <p:cNvPr id="87" name="Freeform 87"/>
          <p:cNvSpPr/>
          <p:nvPr/>
        </p:nvSpPr>
        <p:spPr>
          <a:xfrm rot="6451370">
            <a:off x="15324698" y="7886286"/>
            <a:ext cx="1972426" cy="4109221"/>
          </a:xfrm>
          <a:custGeom>
            <a:avLst/>
            <a:gdLst/>
            <a:ahLst/>
            <a:cxnLst/>
            <a:rect l="l" t="t" r="r" b="b"/>
            <a:pathLst>
              <a:path w="1972426" h="4109221">
                <a:moveTo>
                  <a:pt x="0" y="0"/>
                </a:moveTo>
                <a:lnTo>
                  <a:pt x="1972426" y="0"/>
                </a:lnTo>
                <a:lnTo>
                  <a:pt x="1972426" y="4109221"/>
                </a:lnTo>
                <a:lnTo>
                  <a:pt x="0" y="4109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8" name="Freeform 88"/>
          <p:cNvSpPr/>
          <p:nvPr/>
        </p:nvSpPr>
        <p:spPr>
          <a:xfrm rot="6910082">
            <a:off x="13161737" y="8281811"/>
            <a:ext cx="3269068" cy="4342965"/>
          </a:xfrm>
          <a:custGeom>
            <a:avLst/>
            <a:gdLst/>
            <a:ahLst/>
            <a:cxnLst/>
            <a:rect l="l" t="t" r="r" b="b"/>
            <a:pathLst>
              <a:path w="3269068" h="4342965">
                <a:moveTo>
                  <a:pt x="0" y="0"/>
                </a:moveTo>
                <a:lnTo>
                  <a:pt x="3269068" y="0"/>
                </a:lnTo>
                <a:lnTo>
                  <a:pt x="3269068" y="4342965"/>
                </a:lnTo>
                <a:lnTo>
                  <a:pt x="0" y="43429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1820947" y="974521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TextBox 84"/>
          <p:cNvSpPr txBox="1"/>
          <p:nvPr/>
        </p:nvSpPr>
        <p:spPr>
          <a:xfrm>
            <a:off x="5087772" y="1284498"/>
            <a:ext cx="3996796" cy="106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5"/>
              </a:lnSpc>
            </a:pPr>
            <a:r>
              <a:rPr lang="en-US" sz="623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Solution</a:t>
            </a:r>
            <a:endParaRPr lang="en-US" sz="623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5" name="Freeform 85"/>
          <p:cNvSpPr/>
          <p:nvPr/>
        </p:nvSpPr>
        <p:spPr>
          <a:xfrm rot="411814">
            <a:off x="5108535" y="2363930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2" y="0"/>
                </a:lnTo>
                <a:lnTo>
                  <a:pt x="4245192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6" name="TextBox 86"/>
          <p:cNvSpPr txBox="1"/>
          <p:nvPr/>
        </p:nvSpPr>
        <p:spPr>
          <a:xfrm>
            <a:off x="4574909" y="3284155"/>
            <a:ext cx="11890730" cy="448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2655" lvl="1" indent="-461010" algn="l">
              <a:lnSpc>
                <a:spcPts val="5980"/>
              </a:lnSpc>
              <a:buAutoNum type="arabicPeriod"/>
            </a:pPr>
            <a:r>
              <a:rPr lang="en-US" sz="427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automat</a:t>
            </a:r>
            <a:r>
              <a:rPr lang="en-US" sz="427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es classroom organization</a:t>
            </a:r>
            <a:endParaRPr lang="en-US" sz="427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922655" lvl="1" indent="-461010" algn="l">
              <a:lnSpc>
                <a:spcPts val="5980"/>
              </a:lnSpc>
              <a:buAutoNum type="arabicPeriod"/>
            </a:pPr>
            <a:r>
              <a:rPr lang="en-US" sz="427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provides structured exam scheduling</a:t>
            </a:r>
            <a:endParaRPr lang="en-US" sz="427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922655" lvl="1" indent="-461010" algn="l">
              <a:lnSpc>
                <a:spcPts val="5980"/>
              </a:lnSpc>
              <a:buAutoNum type="arabicPeriod"/>
            </a:pPr>
            <a:r>
              <a:rPr lang="en-US" sz="427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centralizes all school data</a:t>
            </a:r>
            <a:endParaRPr lang="en-US" sz="427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922655" lvl="1" indent="-461010" algn="l">
              <a:lnSpc>
                <a:spcPts val="5980"/>
              </a:lnSpc>
              <a:buAutoNum type="arabicPeriod"/>
            </a:pPr>
            <a:r>
              <a:rPr lang="en-US" sz="427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reduces manual workload</a:t>
            </a:r>
            <a:endParaRPr lang="en-US" sz="427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922655" lvl="1" indent="-461010" algn="l">
              <a:lnSpc>
                <a:spcPts val="5980"/>
              </a:lnSpc>
              <a:buAutoNum type="arabicPeriod"/>
            </a:pPr>
            <a:r>
              <a:rPr lang="en-US" sz="427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ensures fair seat distribution using AI</a:t>
            </a:r>
            <a:endParaRPr lang="en-US" sz="427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5980"/>
              </a:lnSpc>
            </a:pPr>
          </a:p>
        </p:txBody>
      </p:sp>
      <p:sp>
        <p:nvSpPr>
          <p:cNvPr id="87" name="Freeform 87"/>
          <p:cNvSpPr/>
          <p:nvPr/>
        </p:nvSpPr>
        <p:spPr>
          <a:xfrm rot="6451370">
            <a:off x="15324698" y="7886286"/>
            <a:ext cx="1972426" cy="4109221"/>
          </a:xfrm>
          <a:custGeom>
            <a:avLst/>
            <a:gdLst/>
            <a:ahLst/>
            <a:cxnLst/>
            <a:rect l="l" t="t" r="r" b="b"/>
            <a:pathLst>
              <a:path w="1972426" h="4109221">
                <a:moveTo>
                  <a:pt x="0" y="0"/>
                </a:moveTo>
                <a:lnTo>
                  <a:pt x="1972426" y="0"/>
                </a:lnTo>
                <a:lnTo>
                  <a:pt x="1972426" y="4109221"/>
                </a:lnTo>
                <a:lnTo>
                  <a:pt x="0" y="4109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8" name="Freeform 88"/>
          <p:cNvSpPr/>
          <p:nvPr/>
        </p:nvSpPr>
        <p:spPr>
          <a:xfrm rot="6910082">
            <a:off x="13161737" y="8281811"/>
            <a:ext cx="3269068" cy="4342965"/>
          </a:xfrm>
          <a:custGeom>
            <a:avLst/>
            <a:gdLst/>
            <a:ahLst/>
            <a:cxnLst/>
            <a:rect l="l" t="t" r="r" b="b"/>
            <a:pathLst>
              <a:path w="3269068" h="4342965">
                <a:moveTo>
                  <a:pt x="0" y="0"/>
                </a:moveTo>
                <a:lnTo>
                  <a:pt x="3269068" y="0"/>
                </a:lnTo>
                <a:lnTo>
                  <a:pt x="3269068" y="4342965"/>
                </a:lnTo>
                <a:lnTo>
                  <a:pt x="0" y="43429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1820947" y="974521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TextBox 84"/>
          <p:cNvSpPr txBox="1"/>
          <p:nvPr/>
        </p:nvSpPr>
        <p:spPr>
          <a:xfrm>
            <a:off x="5087772" y="1558923"/>
            <a:ext cx="6129176" cy="85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5"/>
              </a:lnSpc>
            </a:pPr>
            <a:r>
              <a:rPr lang="en-US" sz="504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Technologies Used</a:t>
            </a:r>
            <a:endParaRPr lang="en-US" sz="504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5" name="Freeform 85"/>
          <p:cNvSpPr/>
          <p:nvPr/>
        </p:nvSpPr>
        <p:spPr>
          <a:xfrm rot="411814">
            <a:off x="5108535" y="2363930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2" y="0"/>
                </a:lnTo>
                <a:lnTo>
                  <a:pt x="4245192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6" name="TextBox 86"/>
          <p:cNvSpPr txBox="1"/>
          <p:nvPr/>
        </p:nvSpPr>
        <p:spPr>
          <a:xfrm>
            <a:off x="4051034" y="3969955"/>
            <a:ext cx="12573175" cy="3773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9035" lvl="1" indent="-584835" algn="l">
              <a:lnSpc>
                <a:spcPts val="7580"/>
              </a:lnSpc>
              <a:buFont typeface="Arial" panose="020B0604020202020204"/>
              <a:buChar char="•"/>
            </a:pPr>
            <a:r>
              <a:rPr lang="en-US" sz="541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Frontend → R</a:t>
            </a:r>
            <a:r>
              <a:rPr lang="en-US" sz="541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eact.js</a:t>
            </a:r>
            <a:endParaRPr lang="en-US" sz="541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1169035" lvl="1" indent="-584835" algn="l">
              <a:lnSpc>
                <a:spcPts val="7580"/>
              </a:lnSpc>
              <a:buFont typeface="Arial" panose="020B0604020202020204"/>
              <a:buChar char="•"/>
            </a:pPr>
            <a:r>
              <a:rPr lang="en-US" sz="541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Backend → Node.js + Express.js</a:t>
            </a:r>
            <a:endParaRPr lang="en-US" sz="541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1169035" lvl="1" indent="-584835" algn="l">
              <a:lnSpc>
                <a:spcPts val="7580"/>
              </a:lnSpc>
              <a:buFont typeface="Arial" panose="020B0604020202020204"/>
              <a:buChar char="•"/>
            </a:pPr>
            <a:r>
              <a:rPr lang="en-US" sz="5415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Database → MySQL</a:t>
            </a:r>
            <a:endParaRPr lang="en-US" sz="5415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7580"/>
              </a:lnSpc>
            </a:pPr>
          </a:p>
        </p:txBody>
      </p:sp>
      <p:sp>
        <p:nvSpPr>
          <p:cNvPr id="87" name="Freeform 87"/>
          <p:cNvSpPr/>
          <p:nvPr/>
        </p:nvSpPr>
        <p:spPr>
          <a:xfrm rot="6451370">
            <a:off x="15324698" y="7886286"/>
            <a:ext cx="1972426" cy="4109221"/>
          </a:xfrm>
          <a:custGeom>
            <a:avLst/>
            <a:gdLst/>
            <a:ahLst/>
            <a:cxnLst/>
            <a:rect l="l" t="t" r="r" b="b"/>
            <a:pathLst>
              <a:path w="1972426" h="4109221">
                <a:moveTo>
                  <a:pt x="0" y="0"/>
                </a:moveTo>
                <a:lnTo>
                  <a:pt x="1972426" y="0"/>
                </a:lnTo>
                <a:lnTo>
                  <a:pt x="1972426" y="4109221"/>
                </a:lnTo>
                <a:lnTo>
                  <a:pt x="0" y="4109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8" name="Freeform 88"/>
          <p:cNvSpPr/>
          <p:nvPr/>
        </p:nvSpPr>
        <p:spPr>
          <a:xfrm rot="6910082">
            <a:off x="13161737" y="8281811"/>
            <a:ext cx="3269068" cy="4342965"/>
          </a:xfrm>
          <a:custGeom>
            <a:avLst/>
            <a:gdLst/>
            <a:ahLst/>
            <a:cxnLst/>
            <a:rect l="l" t="t" r="r" b="b"/>
            <a:pathLst>
              <a:path w="3269068" h="4342965">
                <a:moveTo>
                  <a:pt x="0" y="0"/>
                </a:moveTo>
                <a:lnTo>
                  <a:pt x="3269068" y="0"/>
                </a:lnTo>
                <a:lnTo>
                  <a:pt x="3269068" y="4342965"/>
                </a:lnTo>
                <a:lnTo>
                  <a:pt x="0" y="43429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7883">
            <a:off x="-635214" y="617934"/>
            <a:ext cx="2926696" cy="9507175"/>
          </a:xfrm>
          <a:custGeom>
            <a:avLst/>
            <a:gdLst/>
            <a:ahLst/>
            <a:cxnLst/>
            <a:rect l="l" t="t" r="r" b="b"/>
            <a:pathLst>
              <a:path w="2926696" h="9507175">
                <a:moveTo>
                  <a:pt x="0" y="0"/>
                </a:moveTo>
                <a:lnTo>
                  <a:pt x="2926696" y="0"/>
                </a:lnTo>
                <a:lnTo>
                  <a:pt x="2926696" y="9507175"/>
                </a:lnTo>
                <a:lnTo>
                  <a:pt x="0" y="950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782" t="-13882" r="-31004" b="-1090"/>
            </a:stretch>
          </a:blipFill>
        </p:spPr>
      </p:sp>
      <p:sp>
        <p:nvSpPr>
          <p:cNvPr id="4" name="Freeform 4"/>
          <p:cNvSpPr/>
          <p:nvPr/>
        </p:nvSpPr>
        <p:spPr>
          <a:xfrm rot="7883">
            <a:off x="2294198" y="614006"/>
            <a:ext cx="15758676" cy="9496389"/>
          </a:xfrm>
          <a:custGeom>
            <a:avLst/>
            <a:gdLst/>
            <a:ahLst/>
            <a:cxnLst/>
            <a:rect l="l" t="t" r="r" b="b"/>
            <a:pathLst>
              <a:path w="15758676" h="9496389">
                <a:moveTo>
                  <a:pt x="0" y="0"/>
                </a:moveTo>
                <a:lnTo>
                  <a:pt x="15758676" y="0"/>
                </a:lnTo>
                <a:lnTo>
                  <a:pt x="15758676" y="9496389"/>
                </a:lnTo>
                <a:lnTo>
                  <a:pt x="0" y="94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5" name="Group 5"/>
          <p:cNvGrpSpPr/>
          <p:nvPr/>
        </p:nvGrpSpPr>
        <p:grpSpPr>
          <a:xfrm rot="-4655">
            <a:off x="-1354732" y="457384"/>
            <a:ext cx="18902914" cy="9370940"/>
            <a:chOff x="0" y="0"/>
            <a:chExt cx="5454346" cy="2703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54346" cy="2703940"/>
            </a:xfrm>
            <a:custGeom>
              <a:avLst/>
              <a:gdLst/>
              <a:ahLst/>
              <a:cxnLst/>
              <a:rect l="l" t="t" r="r" b="b"/>
              <a:pathLst>
                <a:path w="5454346" h="2703940">
                  <a:moveTo>
                    <a:pt x="19659" y="0"/>
                  </a:moveTo>
                  <a:lnTo>
                    <a:pt x="5434687" y="0"/>
                  </a:lnTo>
                  <a:cubicBezTo>
                    <a:pt x="5445544" y="0"/>
                    <a:pt x="5454346" y="8802"/>
                    <a:pt x="5454346" y="19659"/>
                  </a:cubicBezTo>
                  <a:lnTo>
                    <a:pt x="5454346" y="2684281"/>
                  </a:lnTo>
                  <a:cubicBezTo>
                    <a:pt x="5454346" y="2689495"/>
                    <a:pt x="5452275" y="2694495"/>
                    <a:pt x="5448588" y="2698182"/>
                  </a:cubicBezTo>
                  <a:cubicBezTo>
                    <a:pt x="5444901" y="2701869"/>
                    <a:pt x="5439901" y="2703940"/>
                    <a:pt x="5434687" y="2703940"/>
                  </a:cubicBezTo>
                  <a:lnTo>
                    <a:pt x="19659" y="2703940"/>
                  </a:lnTo>
                  <a:cubicBezTo>
                    <a:pt x="8802" y="2703940"/>
                    <a:pt x="0" y="2695139"/>
                    <a:pt x="0" y="2684281"/>
                  </a:cubicBezTo>
                  <a:lnTo>
                    <a:pt x="0" y="19659"/>
                  </a:lnTo>
                  <a:cubicBezTo>
                    <a:pt x="0" y="8802"/>
                    <a:pt x="8802" y="0"/>
                    <a:pt x="1965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54346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61069" y="539742"/>
            <a:ext cx="18817797" cy="9207517"/>
            <a:chOff x="0" y="0"/>
            <a:chExt cx="5429786" cy="2656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9786" cy="2656785"/>
            </a:xfrm>
            <a:custGeom>
              <a:avLst/>
              <a:gdLst/>
              <a:ahLst/>
              <a:cxnLst/>
              <a:rect l="l" t="t" r="r" b="b"/>
              <a:pathLst>
                <a:path w="5429786" h="2656785">
                  <a:moveTo>
                    <a:pt x="19748" y="0"/>
                  </a:moveTo>
                  <a:lnTo>
                    <a:pt x="5410038" y="0"/>
                  </a:lnTo>
                  <a:cubicBezTo>
                    <a:pt x="5420944" y="0"/>
                    <a:pt x="5429786" y="8841"/>
                    <a:pt x="5429786" y="19748"/>
                  </a:cubicBezTo>
                  <a:lnTo>
                    <a:pt x="5429786" y="2637037"/>
                  </a:lnTo>
                  <a:cubicBezTo>
                    <a:pt x="5429786" y="2642275"/>
                    <a:pt x="5427705" y="2647298"/>
                    <a:pt x="5424001" y="2651001"/>
                  </a:cubicBezTo>
                  <a:cubicBezTo>
                    <a:pt x="5420298" y="2654705"/>
                    <a:pt x="5415275" y="2656785"/>
                    <a:pt x="5410038" y="2656785"/>
                  </a:cubicBezTo>
                  <a:lnTo>
                    <a:pt x="19748" y="2656785"/>
                  </a:lnTo>
                  <a:cubicBezTo>
                    <a:pt x="8841" y="2656785"/>
                    <a:pt x="0" y="2647944"/>
                    <a:pt x="0" y="2637037"/>
                  </a:cubicBezTo>
                  <a:lnTo>
                    <a:pt x="0" y="19748"/>
                  </a:lnTo>
                  <a:cubicBezTo>
                    <a:pt x="0" y="8841"/>
                    <a:pt x="8841" y="0"/>
                    <a:pt x="19748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429786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4655">
            <a:off x="15930491" y="3146534"/>
            <a:ext cx="1252463" cy="1084661"/>
            <a:chOff x="0" y="0"/>
            <a:chExt cx="361392" cy="312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4655">
            <a:off x="15894887" y="1810073"/>
            <a:ext cx="1252463" cy="1084661"/>
            <a:chOff x="0" y="0"/>
            <a:chExt cx="361392" cy="3129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4655">
            <a:off x="2865562" y="982856"/>
            <a:ext cx="13730017" cy="8320330"/>
            <a:chOff x="0" y="0"/>
            <a:chExt cx="3961731" cy="2400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1731" cy="2400792"/>
            </a:xfrm>
            <a:custGeom>
              <a:avLst/>
              <a:gdLst/>
              <a:ahLst/>
              <a:cxnLst/>
              <a:rect l="l" t="t" r="r" b="b"/>
              <a:pathLst>
                <a:path w="3961731" h="2400792">
                  <a:moveTo>
                    <a:pt x="12405" y="0"/>
                  </a:moveTo>
                  <a:lnTo>
                    <a:pt x="3949326" y="0"/>
                  </a:lnTo>
                  <a:cubicBezTo>
                    <a:pt x="3952616" y="0"/>
                    <a:pt x="3955771" y="1307"/>
                    <a:pt x="3958098" y="3633"/>
                  </a:cubicBezTo>
                  <a:cubicBezTo>
                    <a:pt x="3960424" y="5960"/>
                    <a:pt x="3961731" y="9115"/>
                    <a:pt x="3961731" y="12405"/>
                  </a:cubicBezTo>
                  <a:lnTo>
                    <a:pt x="3961731" y="2388387"/>
                  </a:lnTo>
                  <a:cubicBezTo>
                    <a:pt x="3961731" y="2391676"/>
                    <a:pt x="3960424" y="2394832"/>
                    <a:pt x="3958098" y="2397158"/>
                  </a:cubicBezTo>
                  <a:cubicBezTo>
                    <a:pt x="3955771" y="2399485"/>
                    <a:pt x="3952616" y="2400792"/>
                    <a:pt x="3949326" y="2400792"/>
                  </a:cubicBezTo>
                  <a:lnTo>
                    <a:pt x="12405" y="2400792"/>
                  </a:lnTo>
                  <a:cubicBezTo>
                    <a:pt x="9115" y="2400792"/>
                    <a:pt x="5960" y="2399485"/>
                    <a:pt x="3633" y="2397158"/>
                  </a:cubicBezTo>
                  <a:cubicBezTo>
                    <a:pt x="1307" y="2394832"/>
                    <a:pt x="0" y="2391676"/>
                    <a:pt x="0" y="2388387"/>
                  </a:cubicBezTo>
                  <a:lnTo>
                    <a:pt x="0" y="12405"/>
                  </a:lnTo>
                  <a:cubicBezTo>
                    <a:pt x="0" y="9115"/>
                    <a:pt x="1307" y="5960"/>
                    <a:pt x="3633" y="3633"/>
                  </a:cubicBezTo>
                  <a:cubicBezTo>
                    <a:pt x="5960" y="1307"/>
                    <a:pt x="9115" y="0"/>
                    <a:pt x="12405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961731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4655">
            <a:off x="-1355381" y="977189"/>
            <a:ext cx="3945103" cy="8332622"/>
            <a:chOff x="0" y="0"/>
            <a:chExt cx="1138341" cy="24043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-1820947" y="974521"/>
            <a:ext cx="18378917" cy="8337958"/>
            <a:chOff x="0" y="0"/>
            <a:chExt cx="24505223" cy="11117277"/>
          </a:xfrm>
        </p:grpSpPr>
        <p:sp>
          <p:nvSpPr>
            <p:cNvPr id="24" name="Freeform 24"/>
            <p:cNvSpPr/>
            <p:nvPr/>
          </p:nvSpPr>
          <p:spPr>
            <a:xfrm>
              <a:off x="7829308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7829308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3387946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3387946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9" y="0"/>
                  </a:lnTo>
                  <a:lnTo>
                    <a:pt x="5558639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8946585" y="0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8"/>
                  </a:lnTo>
                  <a:lnTo>
                    <a:pt x="0" y="5558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8946585" y="5558638"/>
              <a:ext cx="5558638" cy="5558638"/>
            </a:xfrm>
            <a:custGeom>
              <a:avLst/>
              <a:gdLst/>
              <a:ahLst/>
              <a:cxnLst/>
              <a:rect l="l" t="t" r="r" b="b"/>
              <a:pathLst>
                <a:path w="5558638" h="5558638">
                  <a:moveTo>
                    <a:pt x="0" y="0"/>
                  </a:moveTo>
                  <a:lnTo>
                    <a:pt x="5558638" y="0"/>
                  </a:lnTo>
                  <a:lnTo>
                    <a:pt x="5558638" y="5558639"/>
                  </a:lnTo>
                  <a:lnTo>
                    <a:pt x="0" y="555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6310911" y="9030003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1" y="0"/>
                </a:lnTo>
                <a:lnTo>
                  <a:pt x="408661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V="1">
            <a:off x="16310911" y="847044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1" y="408662"/>
                </a:lnTo>
                <a:lnTo>
                  <a:pt x="408661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-737331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5" name="Group 35"/>
          <p:cNvGrpSpPr/>
          <p:nvPr/>
        </p:nvGrpSpPr>
        <p:grpSpPr>
          <a:xfrm rot="0">
            <a:off x="3152219" y="1514432"/>
            <a:ext cx="558859" cy="7203980"/>
            <a:chOff x="0" y="0"/>
            <a:chExt cx="745145" cy="9605307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51" name="Freeform 51"/>
          <p:cNvSpPr/>
          <p:nvPr/>
        </p:nvSpPr>
        <p:spPr>
          <a:xfrm rot="5400000" flipV="1">
            <a:off x="-2155964" y="4524114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52" name="Group 52"/>
          <p:cNvGrpSpPr/>
          <p:nvPr/>
        </p:nvGrpSpPr>
        <p:grpSpPr>
          <a:xfrm rot="0">
            <a:off x="1699585" y="1514432"/>
            <a:ext cx="558859" cy="7203980"/>
            <a:chOff x="0" y="0"/>
            <a:chExt cx="745145" cy="9605307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745145" cy="745145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215041"/>
              <a:ext cx="745145" cy="745145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0" y="4430081"/>
              <a:ext cx="745145" cy="745145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6645122"/>
              <a:ext cx="745145" cy="745145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0" y="8860162"/>
              <a:ext cx="745145" cy="745145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669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0">
            <a:off x="1892251" y="1654173"/>
            <a:ext cx="1594601" cy="6924497"/>
            <a:chOff x="0" y="0"/>
            <a:chExt cx="2126135" cy="9232663"/>
          </a:xfrm>
        </p:grpSpPr>
        <p:grpSp>
          <p:nvGrpSpPr>
            <p:cNvPr id="69" name="Group 69"/>
            <p:cNvGrpSpPr/>
            <p:nvPr/>
          </p:nvGrpSpPr>
          <p:grpSpPr>
            <a:xfrm rot="-4655">
              <a:off x="245" y="1434"/>
              <a:ext cx="2118306" cy="363908"/>
              <a:chOff x="0" y="0"/>
              <a:chExt cx="458420" cy="787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58420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420" h="78753">
                    <a:moveTo>
                      <a:pt x="39377" y="0"/>
                    </a:moveTo>
                    <a:lnTo>
                      <a:pt x="419044" y="0"/>
                    </a:lnTo>
                    <a:cubicBezTo>
                      <a:pt x="440791" y="0"/>
                      <a:pt x="458420" y="17629"/>
                      <a:pt x="458420" y="39377"/>
                    </a:cubicBezTo>
                    <a:lnTo>
                      <a:pt x="458420" y="39377"/>
                    </a:lnTo>
                    <a:cubicBezTo>
                      <a:pt x="458420" y="61124"/>
                      <a:pt x="440791" y="78753"/>
                      <a:pt x="419044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458420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4655">
              <a:off x="6054" y="2217905"/>
              <a:ext cx="2119835" cy="363908"/>
              <a:chOff x="0" y="0"/>
              <a:chExt cx="458751" cy="7875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4655">
              <a:off x="6054" y="4434376"/>
              <a:ext cx="2119835" cy="363908"/>
              <a:chOff x="0" y="0"/>
              <a:chExt cx="458751" cy="7875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-4655">
              <a:off x="6054" y="6650847"/>
              <a:ext cx="2119835" cy="363908"/>
              <a:chOff x="0" y="0"/>
              <a:chExt cx="458751" cy="7875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-4655">
              <a:off x="245" y="8867319"/>
              <a:ext cx="2119835" cy="363908"/>
              <a:chOff x="0" y="0"/>
              <a:chExt cx="458751" cy="7875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58751" cy="78753"/>
              </a:xfrm>
              <a:custGeom>
                <a:avLst/>
                <a:gdLst/>
                <a:ahLst/>
                <a:cxnLst/>
                <a:rect l="l" t="t" r="r" b="b"/>
                <a:pathLst>
                  <a:path w="458751" h="78753">
                    <a:moveTo>
                      <a:pt x="39377" y="0"/>
                    </a:moveTo>
                    <a:lnTo>
                      <a:pt x="419375" y="0"/>
                    </a:lnTo>
                    <a:cubicBezTo>
                      <a:pt x="441122" y="0"/>
                      <a:pt x="458751" y="17629"/>
                      <a:pt x="458751" y="39377"/>
                    </a:cubicBezTo>
                    <a:lnTo>
                      <a:pt x="458751" y="39377"/>
                    </a:lnTo>
                    <a:cubicBezTo>
                      <a:pt x="458751" y="61124"/>
                      <a:pt x="441122" y="78753"/>
                      <a:pt x="419375" y="78753"/>
                    </a:cubicBezTo>
                    <a:lnTo>
                      <a:pt x="39377" y="78753"/>
                    </a:lnTo>
                    <a:cubicBezTo>
                      <a:pt x="17629" y="78753"/>
                      <a:pt x="0" y="61124"/>
                      <a:pt x="0" y="39377"/>
                    </a:cubicBezTo>
                    <a:lnTo>
                      <a:pt x="0" y="39377"/>
                    </a:lnTo>
                    <a:cubicBezTo>
                      <a:pt x="0" y="17629"/>
                      <a:pt x="17629" y="0"/>
                      <a:pt x="393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9E8E8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458751" cy="126378"/>
              </a:xfrm>
              <a:prstGeom prst="rect">
                <a:avLst/>
              </a:prstGeom>
            </p:spPr>
            <p:txBody>
              <a:bodyPr lIns="49849" tIns="49849" rIns="49849" bIns="4984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84" name="Freeform 84"/>
          <p:cNvSpPr/>
          <p:nvPr/>
        </p:nvSpPr>
        <p:spPr>
          <a:xfrm rot="6451370">
            <a:off x="15324698" y="7886286"/>
            <a:ext cx="1972426" cy="4109221"/>
          </a:xfrm>
          <a:custGeom>
            <a:avLst/>
            <a:gdLst/>
            <a:ahLst/>
            <a:cxnLst/>
            <a:rect l="l" t="t" r="r" b="b"/>
            <a:pathLst>
              <a:path w="1972426" h="4109221">
                <a:moveTo>
                  <a:pt x="0" y="0"/>
                </a:moveTo>
                <a:lnTo>
                  <a:pt x="1972426" y="0"/>
                </a:lnTo>
                <a:lnTo>
                  <a:pt x="1972426" y="4109221"/>
                </a:lnTo>
                <a:lnTo>
                  <a:pt x="0" y="41092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5" name="TextBox 85"/>
          <p:cNvSpPr txBox="1"/>
          <p:nvPr/>
        </p:nvSpPr>
        <p:spPr>
          <a:xfrm>
            <a:off x="4828842" y="1231751"/>
            <a:ext cx="909129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Conclusion</a:t>
            </a:r>
            <a:endParaRPr lang="en-US" sz="700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6" name="Freeform 86"/>
          <p:cNvSpPr/>
          <p:nvPr/>
        </p:nvSpPr>
        <p:spPr>
          <a:xfrm rot="411814">
            <a:off x="5108535" y="2363930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2" y="0"/>
                </a:lnTo>
                <a:lnTo>
                  <a:pt x="4245192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7" name="Freeform 87"/>
          <p:cNvSpPr/>
          <p:nvPr/>
        </p:nvSpPr>
        <p:spPr>
          <a:xfrm rot="-5400000">
            <a:off x="13029299" y="8779713"/>
            <a:ext cx="3668514" cy="2483030"/>
          </a:xfrm>
          <a:custGeom>
            <a:avLst/>
            <a:gdLst/>
            <a:ahLst/>
            <a:cxnLst/>
            <a:rect l="l" t="t" r="r" b="b"/>
            <a:pathLst>
              <a:path w="3668514" h="2483030">
                <a:moveTo>
                  <a:pt x="0" y="0"/>
                </a:moveTo>
                <a:lnTo>
                  <a:pt x="3668514" y="0"/>
                </a:lnTo>
                <a:lnTo>
                  <a:pt x="3668514" y="2483030"/>
                </a:lnTo>
                <a:lnTo>
                  <a:pt x="0" y="2483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8" name="TextBox 88"/>
          <p:cNvSpPr txBox="1"/>
          <p:nvPr/>
        </p:nvSpPr>
        <p:spPr>
          <a:xfrm>
            <a:off x="4603484" y="3311199"/>
            <a:ext cx="11438323" cy="405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0"/>
              </a:lnSpc>
            </a:pPr>
            <a:r>
              <a:rPr lang="en-US" sz="383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This project provides a complete and intelligent solution for school management by combining traditional system features with a smart AI-based seat allocation module, resulting in a practical, scalable, and modern application.</a:t>
            </a:r>
            <a:endParaRPr lang="en-US" sz="383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 l="-89882" t="-2909" r="-91052" b="-2375"/>
            </a:stretch>
          </a:blipFill>
        </p:spPr>
      </p:sp>
      <p:sp>
        <p:nvSpPr>
          <p:cNvPr id="3" name="Freeform 3"/>
          <p:cNvSpPr/>
          <p:nvPr/>
        </p:nvSpPr>
        <p:spPr>
          <a:xfrm rot="-477666">
            <a:off x="1376923" y="820880"/>
            <a:ext cx="15961787" cy="9618787"/>
          </a:xfrm>
          <a:custGeom>
            <a:avLst/>
            <a:gdLst/>
            <a:ahLst/>
            <a:cxnLst/>
            <a:rect l="l" t="t" r="r" b="b"/>
            <a:pathLst>
              <a:path w="15961787" h="9618787">
                <a:moveTo>
                  <a:pt x="0" y="0"/>
                </a:moveTo>
                <a:lnTo>
                  <a:pt x="15961787" y="0"/>
                </a:lnTo>
                <a:lnTo>
                  <a:pt x="15961787" y="9618787"/>
                </a:lnTo>
                <a:lnTo>
                  <a:pt x="0" y="9618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5" t="-213" b="-959"/>
            </a:stretch>
          </a:blipFill>
        </p:spPr>
      </p:sp>
      <p:grpSp>
        <p:nvGrpSpPr>
          <p:cNvPr id="4" name="Group 4"/>
          <p:cNvGrpSpPr/>
          <p:nvPr/>
        </p:nvGrpSpPr>
        <p:grpSpPr>
          <a:xfrm rot="-505450">
            <a:off x="-1259401" y="984497"/>
            <a:ext cx="18146201" cy="9370940"/>
            <a:chOff x="0" y="0"/>
            <a:chExt cx="5236000" cy="27039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36000" cy="2703940"/>
            </a:xfrm>
            <a:custGeom>
              <a:avLst/>
              <a:gdLst/>
              <a:ahLst/>
              <a:cxnLst/>
              <a:rect l="l" t="t" r="r" b="b"/>
              <a:pathLst>
                <a:path w="5236000" h="2703940">
                  <a:moveTo>
                    <a:pt x="20479" y="0"/>
                  </a:moveTo>
                  <a:lnTo>
                    <a:pt x="5215521" y="0"/>
                  </a:lnTo>
                  <a:cubicBezTo>
                    <a:pt x="5220952" y="0"/>
                    <a:pt x="5226161" y="2158"/>
                    <a:pt x="5230002" y="5998"/>
                  </a:cubicBezTo>
                  <a:cubicBezTo>
                    <a:pt x="5233842" y="9839"/>
                    <a:pt x="5236000" y="15047"/>
                    <a:pt x="5236000" y="20479"/>
                  </a:cubicBezTo>
                  <a:lnTo>
                    <a:pt x="5236000" y="2683461"/>
                  </a:lnTo>
                  <a:cubicBezTo>
                    <a:pt x="5236000" y="2694772"/>
                    <a:pt x="5226831" y="2703940"/>
                    <a:pt x="5215521" y="2703940"/>
                  </a:cubicBezTo>
                  <a:lnTo>
                    <a:pt x="20479" y="2703940"/>
                  </a:lnTo>
                  <a:cubicBezTo>
                    <a:pt x="9169" y="2703940"/>
                    <a:pt x="0" y="2694772"/>
                    <a:pt x="0" y="2683461"/>
                  </a:cubicBezTo>
                  <a:lnTo>
                    <a:pt x="0" y="20479"/>
                  </a:lnTo>
                  <a:cubicBezTo>
                    <a:pt x="0" y="9169"/>
                    <a:pt x="9169" y="0"/>
                    <a:pt x="20479" y="0"/>
                  </a:cubicBezTo>
                  <a:close/>
                </a:path>
              </a:pathLst>
            </a:custGeom>
            <a:solidFill>
              <a:srgbClr val="7F9CC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236000" cy="2751565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-500795">
            <a:off x="-1265180" y="1073730"/>
            <a:ext cx="18057058" cy="9207517"/>
            <a:chOff x="0" y="0"/>
            <a:chExt cx="5210278" cy="26567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10278" cy="2656785"/>
            </a:xfrm>
            <a:custGeom>
              <a:avLst/>
              <a:gdLst/>
              <a:ahLst/>
              <a:cxnLst/>
              <a:rect l="l" t="t" r="r" b="b"/>
              <a:pathLst>
                <a:path w="5210278" h="2656785">
                  <a:moveTo>
                    <a:pt x="20580" y="0"/>
                  </a:moveTo>
                  <a:lnTo>
                    <a:pt x="5189698" y="0"/>
                  </a:lnTo>
                  <a:cubicBezTo>
                    <a:pt x="5195156" y="0"/>
                    <a:pt x="5200391" y="2168"/>
                    <a:pt x="5204251" y="6028"/>
                  </a:cubicBezTo>
                  <a:cubicBezTo>
                    <a:pt x="5208110" y="9887"/>
                    <a:pt x="5210278" y="15122"/>
                    <a:pt x="5210278" y="20580"/>
                  </a:cubicBezTo>
                  <a:lnTo>
                    <a:pt x="5210278" y="2636205"/>
                  </a:lnTo>
                  <a:cubicBezTo>
                    <a:pt x="5210278" y="2647571"/>
                    <a:pt x="5201064" y="2656785"/>
                    <a:pt x="5189698" y="2656785"/>
                  </a:cubicBezTo>
                  <a:lnTo>
                    <a:pt x="20580" y="2656785"/>
                  </a:lnTo>
                  <a:cubicBezTo>
                    <a:pt x="9214" y="2656785"/>
                    <a:pt x="0" y="2647571"/>
                    <a:pt x="0" y="2636205"/>
                  </a:cubicBezTo>
                  <a:lnTo>
                    <a:pt x="0" y="20580"/>
                  </a:lnTo>
                  <a:cubicBezTo>
                    <a:pt x="0" y="9214"/>
                    <a:pt x="9214" y="0"/>
                    <a:pt x="20580" y="0"/>
                  </a:cubicBezTo>
                  <a:close/>
                </a:path>
              </a:pathLst>
            </a:custGeom>
            <a:solidFill>
              <a:srgbClr val="2C5C8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210278" cy="2704410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-505450">
            <a:off x="14916606" y="2507098"/>
            <a:ext cx="1252463" cy="1084661"/>
            <a:chOff x="0" y="0"/>
            <a:chExt cx="361392" cy="3129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FEDE5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-505450">
            <a:off x="14687378" y="1189960"/>
            <a:ext cx="1252463" cy="1084661"/>
            <a:chOff x="0" y="0"/>
            <a:chExt cx="361392" cy="3129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1392" cy="312974"/>
            </a:xfrm>
            <a:custGeom>
              <a:avLst/>
              <a:gdLst/>
              <a:ahLst/>
              <a:cxnLst/>
              <a:rect l="l" t="t" r="r" b="b"/>
              <a:pathLst>
                <a:path w="361392" h="312974">
                  <a:moveTo>
                    <a:pt x="129809" y="0"/>
                  </a:moveTo>
                  <a:lnTo>
                    <a:pt x="231584" y="0"/>
                  </a:lnTo>
                  <a:cubicBezTo>
                    <a:pt x="303275" y="0"/>
                    <a:pt x="361392" y="58117"/>
                    <a:pt x="361392" y="129809"/>
                  </a:cubicBezTo>
                  <a:lnTo>
                    <a:pt x="361392" y="183165"/>
                  </a:lnTo>
                  <a:cubicBezTo>
                    <a:pt x="361392" y="254856"/>
                    <a:pt x="303275" y="312974"/>
                    <a:pt x="231584" y="312974"/>
                  </a:cubicBezTo>
                  <a:lnTo>
                    <a:pt x="129809" y="312974"/>
                  </a:lnTo>
                  <a:cubicBezTo>
                    <a:pt x="58117" y="312974"/>
                    <a:pt x="0" y="254856"/>
                    <a:pt x="0" y="183165"/>
                  </a:cubicBezTo>
                  <a:lnTo>
                    <a:pt x="0" y="129809"/>
                  </a:lnTo>
                  <a:cubicBezTo>
                    <a:pt x="0" y="58117"/>
                    <a:pt x="58117" y="0"/>
                    <a:pt x="129809" y="0"/>
                  </a:cubicBezTo>
                  <a:close/>
                </a:path>
              </a:pathLst>
            </a:custGeom>
            <a:solidFill>
              <a:srgbClr val="74CD9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361392" cy="360599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-505450">
            <a:off x="2944306" y="1282238"/>
            <a:ext cx="12844409" cy="8320330"/>
            <a:chOff x="0" y="0"/>
            <a:chExt cx="3706193" cy="24007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06193" cy="2400792"/>
            </a:xfrm>
            <a:custGeom>
              <a:avLst/>
              <a:gdLst/>
              <a:ahLst/>
              <a:cxnLst/>
              <a:rect l="l" t="t" r="r" b="b"/>
              <a:pathLst>
                <a:path w="3706193" h="2400792">
                  <a:moveTo>
                    <a:pt x="13260" y="0"/>
                  </a:moveTo>
                  <a:lnTo>
                    <a:pt x="3692933" y="0"/>
                  </a:lnTo>
                  <a:cubicBezTo>
                    <a:pt x="3696450" y="0"/>
                    <a:pt x="3699823" y="1397"/>
                    <a:pt x="3702309" y="3884"/>
                  </a:cubicBezTo>
                  <a:cubicBezTo>
                    <a:pt x="3704796" y="6371"/>
                    <a:pt x="3706193" y="9744"/>
                    <a:pt x="3706193" y="13260"/>
                  </a:cubicBezTo>
                  <a:lnTo>
                    <a:pt x="3706193" y="2387531"/>
                  </a:lnTo>
                  <a:cubicBezTo>
                    <a:pt x="3706193" y="2391048"/>
                    <a:pt x="3704796" y="2394421"/>
                    <a:pt x="3702309" y="2396908"/>
                  </a:cubicBezTo>
                  <a:cubicBezTo>
                    <a:pt x="3699823" y="2399395"/>
                    <a:pt x="3696450" y="2400792"/>
                    <a:pt x="3692933" y="2400792"/>
                  </a:cubicBezTo>
                  <a:lnTo>
                    <a:pt x="13260" y="2400792"/>
                  </a:lnTo>
                  <a:cubicBezTo>
                    <a:pt x="5937" y="2400792"/>
                    <a:pt x="0" y="2394855"/>
                    <a:pt x="0" y="2387531"/>
                  </a:cubicBezTo>
                  <a:lnTo>
                    <a:pt x="0" y="13260"/>
                  </a:lnTo>
                  <a:cubicBezTo>
                    <a:pt x="0" y="9744"/>
                    <a:pt x="1397" y="6371"/>
                    <a:pt x="3884" y="3884"/>
                  </a:cubicBezTo>
                  <a:cubicBezTo>
                    <a:pt x="6371" y="1397"/>
                    <a:pt x="9744" y="0"/>
                    <a:pt x="13260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706193" cy="2448417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-505450">
            <a:off x="-1184816" y="2534602"/>
            <a:ext cx="3945103" cy="8332622"/>
            <a:chOff x="0" y="0"/>
            <a:chExt cx="1138341" cy="24043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38341" cy="2404339"/>
            </a:xfrm>
            <a:custGeom>
              <a:avLst/>
              <a:gdLst/>
              <a:ahLst/>
              <a:cxnLst/>
              <a:rect l="l" t="t" r="r" b="b"/>
              <a:pathLst>
                <a:path w="1138341" h="2404339">
                  <a:moveTo>
                    <a:pt x="43173" y="0"/>
                  </a:moveTo>
                  <a:lnTo>
                    <a:pt x="1095168" y="0"/>
                  </a:lnTo>
                  <a:cubicBezTo>
                    <a:pt x="1119012" y="0"/>
                    <a:pt x="1138341" y="19329"/>
                    <a:pt x="1138341" y="43173"/>
                  </a:cubicBezTo>
                  <a:lnTo>
                    <a:pt x="1138341" y="2361165"/>
                  </a:lnTo>
                  <a:cubicBezTo>
                    <a:pt x="1138341" y="2385009"/>
                    <a:pt x="1119012" y="2404339"/>
                    <a:pt x="1095168" y="2404339"/>
                  </a:cubicBezTo>
                  <a:lnTo>
                    <a:pt x="43173" y="2404339"/>
                  </a:lnTo>
                  <a:cubicBezTo>
                    <a:pt x="19329" y="2404339"/>
                    <a:pt x="0" y="2385009"/>
                    <a:pt x="0" y="2361165"/>
                  </a:cubicBezTo>
                  <a:lnTo>
                    <a:pt x="0" y="43173"/>
                  </a:lnTo>
                  <a:cubicBezTo>
                    <a:pt x="0" y="19329"/>
                    <a:pt x="19329" y="0"/>
                    <a:pt x="43173" y="0"/>
                  </a:cubicBezTo>
                  <a:close/>
                </a:path>
              </a:pathLst>
            </a:custGeom>
            <a:solidFill>
              <a:srgbClr val="FCFBFB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138341" cy="2451964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2" name="Freeform 22"/>
          <p:cNvSpPr/>
          <p:nvPr/>
        </p:nvSpPr>
        <p:spPr>
          <a:xfrm rot="-500795">
            <a:off x="3027114" y="1875245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500795">
            <a:off x="3632286" y="6000066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500795">
            <a:off x="7151935" y="1270073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500795">
            <a:off x="7757107" y="5394894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500795">
            <a:off x="-1949222" y="2605346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8" y="0"/>
                </a:lnTo>
                <a:lnTo>
                  <a:pt x="4168978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500795">
            <a:off x="-1344051" y="6730168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500795">
            <a:off x="11276757" y="664901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8" y="0"/>
                </a:lnTo>
                <a:lnTo>
                  <a:pt x="4168978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500795">
            <a:off x="11881928" y="4789722"/>
            <a:ext cx="4168979" cy="4168979"/>
          </a:xfrm>
          <a:custGeom>
            <a:avLst/>
            <a:gdLst/>
            <a:ahLst/>
            <a:cxnLst/>
            <a:rect l="l" t="t" r="r" b="b"/>
            <a:pathLst>
              <a:path w="4168979" h="4168979">
                <a:moveTo>
                  <a:pt x="0" y="0"/>
                </a:moveTo>
                <a:lnTo>
                  <a:pt x="4168979" y="0"/>
                </a:lnTo>
                <a:lnTo>
                  <a:pt x="4168979" y="4168979"/>
                </a:lnTo>
                <a:lnTo>
                  <a:pt x="0" y="416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00795">
            <a:off x="16037433" y="8364651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0"/>
                </a:moveTo>
                <a:lnTo>
                  <a:pt x="408662" y="0"/>
                </a:lnTo>
                <a:lnTo>
                  <a:pt x="408662" y="408662"/>
                </a:lnTo>
                <a:lnTo>
                  <a:pt x="0" y="4086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-500795" flipV="1">
            <a:off x="14850334" y="273445"/>
            <a:ext cx="408662" cy="408662"/>
          </a:xfrm>
          <a:custGeom>
            <a:avLst/>
            <a:gdLst/>
            <a:ahLst/>
            <a:cxnLst/>
            <a:rect l="l" t="t" r="r" b="b"/>
            <a:pathLst>
              <a:path w="408662" h="408662">
                <a:moveTo>
                  <a:pt x="0" y="408662"/>
                </a:moveTo>
                <a:lnTo>
                  <a:pt x="408662" y="408662"/>
                </a:lnTo>
                <a:lnTo>
                  <a:pt x="408662" y="0"/>
                </a:lnTo>
                <a:lnTo>
                  <a:pt x="0" y="0"/>
                </a:lnTo>
                <a:lnTo>
                  <a:pt x="0" y="4086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4899204">
            <a:off x="-596577" y="5672976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0"/>
                </a:moveTo>
                <a:lnTo>
                  <a:pt x="8337958" y="0"/>
                </a:lnTo>
                <a:lnTo>
                  <a:pt x="8337958" y="1238772"/>
                </a:lnTo>
                <a:lnTo>
                  <a:pt x="0" y="1238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-500795">
            <a:off x="2806737" y="2698773"/>
            <a:ext cx="558859" cy="55885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6" name="Group 36"/>
          <p:cNvGrpSpPr/>
          <p:nvPr/>
        </p:nvGrpSpPr>
        <p:grpSpPr>
          <a:xfrm rot="-500795">
            <a:off x="3047889" y="4342457"/>
            <a:ext cx="558859" cy="55885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9" name="Group 39"/>
          <p:cNvGrpSpPr/>
          <p:nvPr/>
        </p:nvGrpSpPr>
        <p:grpSpPr>
          <a:xfrm rot="-500795">
            <a:off x="3289042" y="5986142"/>
            <a:ext cx="558859" cy="558859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2" name="Group 42"/>
          <p:cNvGrpSpPr/>
          <p:nvPr/>
        </p:nvGrpSpPr>
        <p:grpSpPr>
          <a:xfrm rot="-500795">
            <a:off x="3530194" y="7629826"/>
            <a:ext cx="558859" cy="558859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5" name="Group 45"/>
          <p:cNvGrpSpPr/>
          <p:nvPr/>
        </p:nvGrpSpPr>
        <p:grpSpPr>
          <a:xfrm rot="-500795">
            <a:off x="3771347" y="9273510"/>
            <a:ext cx="558859" cy="558859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8" name="Freeform 48"/>
          <p:cNvSpPr/>
          <p:nvPr/>
        </p:nvSpPr>
        <p:spPr>
          <a:xfrm rot="4899204" flipV="1">
            <a:off x="-2000184" y="5878906"/>
            <a:ext cx="8337958" cy="1238772"/>
          </a:xfrm>
          <a:custGeom>
            <a:avLst/>
            <a:gdLst/>
            <a:ahLst/>
            <a:cxnLst/>
            <a:rect l="l" t="t" r="r" b="b"/>
            <a:pathLst>
              <a:path w="8337958" h="1238772">
                <a:moveTo>
                  <a:pt x="0" y="1238772"/>
                </a:moveTo>
                <a:lnTo>
                  <a:pt x="8337958" y="1238772"/>
                </a:lnTo>
                <a:lnTo>
                  <a:pt x="8337958" y="0"/>
                </a:lnTo>
                <a:lnTo>
                  <a:pt x="0" y="0"/>
                </a:lnTo>
                <a:lnTo>
                  <a:pt x="0" y="1238772"/>
                </a:lnTo>
                <a:close/>
              </a:path>
            </a:pathLst>
          </a:custGeom>
          <a:blipFill>
            <a:blip r:embed="rId7"/>
            <a:stretch>
              <a:fillRect l="-18563" t="-335205" r="-96070"/>
            </a:stretch>
          </a:blipFill>
        </p:spPr>
      </p:sp>
      <p:grpSp>
        <p:nvGrpSpPr>
          <p:cNvPr id="49" name="Group 49"/>
          <p:cNvGrpSpPr/>
          <p:nvPr/>
        </p:nvGrpSpPr>
        <p:grpSpPr>
          <a:xfrm rot="-500795">
            <a:off x="1369490" y="2909638"/>
            <a:ext cx="558859" cy="558859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-500795">
            <a:off x="1610642" y="4553323"/>
            <a:ext cx="558859" cy="558859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5" name="Group 55"/>
          <p:cNvGrpSpPr/>
          <p:nvPr/>
        </p:nvGrpSpPr>
        <p:grpSpPr>
          <a:xfrm rot="-500795">
            <a:off x="1851795" y="6197007"/>
            <a:ext cx="558859" cy="558859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8" name="Group 58"/>
          <p:cNvGrpSpPr/>
          <p:nvPr/>
        </p:nvGrpSpPr>
        <p:grpSpPr>
          <a:xfrm rot="-500795">
            <a:off x="2092947" y="7840691"/>
            <a:ext cx="558859" cy="558859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1" name="Group 61"/>
          <p:cNvGrpSpPr/>
          <p:nvPr/>
        </p:nvGrpSpPr>
        <p:grpSpPr>
          <a:xfrm rot="-500795">
            <a:off x="2334100" y="9484375"/>
            <a:ext cx="558859" cy="558859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698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4" name="Group 64"/>
          <p:cNvGrpSpPr/>
          <p:nvPr/>
        </p:nvGrpSpPr>
        <p:grpSpPr>
          <a:xfrm rot="-505450">
            <a:off x="1554531" y="2947736"/>
            <a:ext cx="1588730" cy="272931"/>
            <a:chOff x="0" y="0"/>
            <a:chExt cx="458420" cy="78753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58420" cy="78753"/>
            </a:xfrm>
            <a:custGeom>
              <a:avLst/>
              <a:gdLst/>
              <a:ahLst/>
              <a:cxnLst/>
              <a:rect l="l" t="t" r="r" b="b"/>
              <a:pathLst>
                <a:path w="458420" h="78753">
                  <a:moveTo>
                    <a:pt x="39377" y="0"/>
                  </a:moveTo>
                  <a:lnTo>
                    <a:pt x="419044" y="0"/>
                  </a:lnTo>
                  <a:cubicBezTo>
                    <a:pt x="440791" y="0"/>
                    <a:pt x="458420" y="17629"/>
                    <a:pt x="458420" y="39377"/>
                  </a:cubicBezTo>
                  <a:lnTo>
                    <a:pt x="458420" y="39377"/>
                  </a:lnTo>
                  <a:cubicBezTo>
                    <a:pt x="458420" y="61124"/>
                    <a:pt x="440791" y="78753"/>
                    <a:pt x="419044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458420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7" name="Group 67"/>
          <p:cNvGrpSpPr/>
          <p:nvPr/>
        </p:nvGrpSpPr>
        <p:grpSpPr>
          <a:xfrm rot="-505450">
            <a:off x="1800143" y="4591765"/>
            <a:ext cx="1589876" cy="272931"/>
            <a:chOff x="0" y="0"/>
            <a:chExt cx="458751" cy="78753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58751" cy="78753"/>
            </a:xfrm>
            <a:custGeom>
              <a:avLst/>
              <a:gdLst/>
              <a:ahLst/>
              <a:cxnLst/>
              <a:rect l="l" t="t" r="r" b="b"/>
              <a:pathLst>
                <a:path w="458751" h="78753">
                  <a:moveTo>
                    <a:pt x="39377" y="0"/>
                  </a:moveTo>
                  <a:lnTo>
                    <a:pt x="419375" y="0"/>
                  </a:lnTo>
                  <a:cubicBezTo>
                    <a:pt x="441122" y="0"/>
                    <a:pt x="458751" y="17629"/>
                    <a:pt x="458751" y="39377"/>
                  </a:cubicBezTo>
                  <a:lnTo>
                    <a:pt x="458751" y="39377"/>
                  </a:lnTo>
                  <a:cubicBezTo>
                    <a:pt x="458751" y="61124"/>
                    <a:pt x="441122" y="78753"/>
                    <a:pt x="419375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458751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0" name="Group 70"/>
          <p:cNvGrpSpPr/>
          <p:nvPr/>
        </p:nvGrpSpPr>
        <p:grpSpPr>
          <a:xfrm rot="-505450">
            <a:off x="2041452" y="6236512"/>
            <a:ext cx="1589876" cy="272931"/>
            <a:chOff x="0" y="0"/>
            <a:chExt cx="458751" cy="7875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58751" cy="78753"/>
            </a:xfrm>
            <a:custGeom>
              <a:avLst/>
              <a:gdLst/>
              <a:ahLst/>
              <a:cxnLst/>
              <a:rect l="l" t="t" r="r" b="b"/>
              <a:pathLst>
                <a:path w="458751" h="78753">
                  <a:moveTo>
                    <a:pt x="39377" y="0"/>
                  </a:moveTo>
                  <a:lnTo>
                    <a:pt x="419375" y="0"/>
                  </a:lnTo>
                  <a:cubicBezTo>
                    <a:pt x="441122" y="0"/>
                    <a:pt x="458751" y="17629"/>
                    <a:pt x="458751" y="39377"/>
                  </a:cubicBezTo>
                  <a:lnTo>
                    <a:pt x="458751" y="39377"/>
                  </a:lnTo>
                  <a:cubicBezTo>
                    <a:pt x="458751" y="61124"/>
                    <a:pt x="441122" y="78753"/>
                    <a:pt x="419375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458751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3" name="Group 73"/>
          <p:cNvGrpSpPr/>
          <p:nvPr/>
        </p:nvGrpSpPr>
        <p:grpSpPr>
          <a:xfrm rot="-505450">
            <a:off x="2282760" y="7881258"/>
            <a:ext cx="1589876" cy="272931"/>
            <a:chOff x="0" y="0"/>
            <a:chExt cx="458751" cy="7875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58751" cy="78753"/>
            </a:xfrm>
            <a:custGeom>
              <a:avLst/>
              <a:gdLst/>
              <a:ahLst/>
              <a:cxnLst/>
              <a:rect l="l" t="t" r="r" b="b"/>
              <a:pathLst>
                <a:path w="458751" h="78753">
                  <a:moveTo>
                    <a:pt x="39377" y="0"/>
                  </a:moveTo>
                  <a:lnTo>
                    <a:pt x="419375" y="0"/>
                  </a:lnTo>
                  <a:cubicBezTo>
                    <a:pt x="441122" y="0"/>
                    <a:pt x="458751" y="17629"/>
                    <a:pt x="458751" y="39377"/>
                  </a:cubicBezTo>
                  <a:lnTo>
                    <a:pt x="458751" y="39377"/>
                  </a:lnTo>
                  <a:cubicBezTo>
                    <a:pt x="458751" y="61124"/>
                    <a:pt x="441122" y="78753"/>
                    <a:pt x="419375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458751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6" name="Group 76"/>
          <p:cNvGrpSpPr/>
          <p:nvPr/>
        </p:nvGrpSpPr>
        <p:grpSpPr>
          <a:xfrm rot="-505450">
            <a:off x="2519758" y="9526636"/>
            <a:ext cx="1589876" cy="272931"/>
            <a:chOff x="0" y="0"/>
            <a:chExt cx="458751" cy="7875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58751" cy="78753"/>
            </a:xfrm>
            <a:custGeom>
              <a:avLst/>
              <a:gdLst/>
              <a:ahLst/>
              <a:cxnLst/>
              <a:rect l="l" t="t" r="r" b="b"/>
              <a:pathLst>
                <a:path w="458751" h="78753">
                  <a:moveTo>
                    <a:pt x="39377" y="0"/>
                  </a:moveTo>
                  <a:lnTo>
                    <a:pt x="419375" y="0"/>
                  </a:lnTo>
                  <a:cubicBezTo>
                    <a:pt x="441122" y="0"/>
                    <a:pt x="458751" y="17629"/>
                    <a:pt x="458751" y="39377"/>
                  </a:cubicBezTo>
                  <a:lnTo>
                    <a:pt x="458751" y="39377"/>
                  </a:lnTo>
                  <a:cubicBezTo>
                    <a:pt x="458751" y="61124"/>
                    <a:pt x="441122" y="78753"/>
                    <a:pt x="419375" y="78753"/>
                  </a:cubicBezTo>
                  <a:lnTo>
                    <a:pt x="39377" y="78753"/>
                  </a:lnTo>
                  <a:cubicBezTo>
                    <a:pt x="17629" y="78753"/>
                    <a:pt x="0" y="61124"/>
                    <a:pt x="0" y="39377"/>
                  </a:cubicBezTo>
                  <a:lnTo>
                    <a:pt x="0" y="39377"/>
                  </a:lnTo>
                  <a:cubicBezTo>
                    <a:pt x="0" y="17629"/>
                    <a:pt x="17629" y="0"/>
                    <a:pt x="39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9E8E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458751" cy="126378"/>
            </a:xfrm>
            <a:prstGeom prst="rect">
              <a:avLst/>
            </a:prstGeom>
          </p:spPr>
          <p:txBody>
            <a:bodyPr lIns="49849" tIns="49849" rIns="49849" bIns="4984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9" name="Freeform 79"/>
          <p:cNvSpPr/>
          <p:nvPr/>
        </p:nvSpPr>
        <p:spPr>
          <a:xfrm>
            <a:off x="13482075" y="1477178"/>
            <a:ext cx="968686" cy="944028"/>
          </a:xfrm>
          <a:custGeom>
            <a:avLst/>
            <a:gdLst/>
            <a:ahLst/>
            <a:cxnLst/>
            <a:rect l="l" t="t" r="r" b="b"/>
            <a:pathLst>
              <a:path w="968686" h="944028">
                <a:moveTo>
                  <a:pt x="0" y="0"/>
                </a:moveTo>
                <a:lnTo>
                  <a:pt x="968686" y="0"/>
                </a:lnTo>
                <a:lnTo>
                  <a:pt x="968686" y="944029"/>
                </a:lnTo>
                <a:lnTo>
                  <a:pt x="0" y="9440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0" name="Freeform 80"/>
          <p:cNvSpPr/>
          <p:nvPr/>
        </p:nvSpPr>
        <p:spPr>
          <a:xfrm rot="-1306023">
            <a:off x="5171170" y="7830431"/>
            <a:ext cx="1018312" cy="1013447"/>
          </a:xfrm>
          <a:custGeom>
            <a:avLst/>
            <a:gdLst/>
            <a:ahLst/>
            <a:cxnLst/>
            <a:rect l="l" t="t" r="r" b="b"/>
            <a:pathLst>
              <a:path w="1018312" h="1013447">
                <a:moveTo>
                  <a:pt x="0" y="0"/>
                </a:moveTo>
                <a:lnTo>
                  <a:pt x="1018312" y="0"/>
                </a:lnTo>
                <a:lnTo>
                  <a:pt x="1018312" y="1013447"/>
                </a:lnTo>
                <a:lnTo>
                  <a:pt x="0" y="10134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 rot="-168141">
            <a:off x="8341601" y="7291201"/>
            <a:ext cx="4245192" cy="602045"/>
          </a:xfrm>
          <a:custGeom>
            <a:avLst/>
            <a:gdLst/>
            <a:ahLst/>
            <a:cxnLst/>
            <a:rect l="l" t="t" r="r" b="b"/>
            <a:pathLst>
              <a:path w="4245192" h="602045">
                <a:moveTo>
                  <a:pt x="0" y="0"/>
                </a:moveTo>
                <a:lnTo>
                  <a:pt x="4245191" y="0"/>
                </a:lnTo>
                <a:lnTo>
                  <a:pt x="4245191" y="602045"/>
                </a:lnTo>
                <a:lnTo>
                  <a:pt x="0" y="6020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2" name="Freeform 82"/>
          <p:cNvSpPr/>
          <p:nvPr/>
        </p:nvSpPr>
        <p:spPr>
          <a:xfrm rot="6564335">
            <a:off x="14706757" y="6497480"/>
            <a:ext cx="2444837" cy="5093411"/>
          </a:xfrm>
          <a:custGeom>
            <a:avLst/>
            <a:gdLst/>
            <a:ahLst/>
            <a:cxnLst/>
            <a:rect l="l" t="t" r="r" b="b"/>
            <a:pathLst>
              <a:path w="2444837" h="5093411">
                <a:moveTo>
                  <a:pt x="0" y="0"/>
                </a:moveTo>
                <a:lnTo>
                  <a:pt x="2444837" y="0"/>
                </a:lnTo>
                <a:lnTo>
                  <a:pt x="2444837" y="5093411"/>
                </a:lnTo>
                <a:lnTo>
                  <a:pt x="0" y="50934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 rot="7222744">
            <a:off x="13033158" y="8335430"/>
            <a:ext cx="3579360" cy="4755188"/>
          </a:xfrm>
          <a:custGeom>
            <a:avLst/>
            <a:gdLst/>
            <a:ahLst/>
            <a:cxnLst/>
            <a:rect l="l" t="t" r="r" b="b"/>
            <a:pathLst>
              <a:path w="3579360" h="4755188">
                <a:moveTo>
                  <a:pt x="0" y="0"/>
                </a:moveTo>
                <a:lnTo>
                  <a:pt x="3579360" y="0"/>
                </a:lnTo>
                <a:lnTo>
                  <a:pt x="3579360" y="4755188"/>
                </a:lnTo>
                <a:lnTo>
                  <a:pt x="0" y="47551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84" name="TextBox 84"/>
          <p:cNvSpPr txBox="1"/>
          <p:nvPr/>
        </p:nvSpPr>
        <p:spPr>
          <a:xfrm rot="-517918">
            <a:off x="5154071" y="2591683"/>
            <a:ext cx="9091294" cy="281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5"/>
              </a:lnSpc>
            </a:pPr>
            <a:r>
              <a:rPr lang="en-US" sz="1642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Thank</a:t>
            </a:r>
            <a:endParaRPr lang="en-US" sz="1642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85" name="TextBox 85"/>
          <p:cNvSpPr txBox="1"/>
          <p:nvPr/>
        </p:nvSpPr>
        <p:spPr>
          <a:xfrm rot="-517918">
            <a:off x="4468609" y="4796210"/>
            <a:ext cx="11131540" cy="281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5"/>
              </a:lnSpc>
            </a:pPr>
            <a:r>
              <a:rPr lang="en-US" sz="16420">
                <a:solidFill>
                  <a:srgbClr val="091F58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You</a:t>
            </a:r>
            <a:endParaRPr lang="en-US" sz="16420">
              <a:solidFill>
                <a:srgbClr val="091F58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WPS Presentation</Application>
  <PresentationFormat>On-screen Show (4:3)</PresentationFormat>
  <Paragraphs>109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Glacial Indifference</vt:lpstr>
      <vt:lpstr>League Spartan</vt:lpstr>
      <vt:lpstr>Arial</vt:lpstr>
      <vt:lpstr>Glacial Indifference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chool</dc:title>
  <dc:creator/>
  <cp:lastModifiedBy>Fatima Dhayni</cp:lastModifiedBy>
  <cp:revision>2</cp:revision>
  <dcterms:created xsi:type="dcterms:W3CDTF">2006-08-16T00:00:00Z</dcterms:created>
  <dcterms:modified xsi:type="dcterms:W3CDTF">2026-04-06T09:30:14Z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28CA82FDF4E84B61AF91E00B50FDBC8E_12</vt:lpwstr>
  </property>
  <property fmtid="{D5CDD505-2E9C-101B-9397-08002B2CF9AE}" pid="3" name="KSOProductBuildVer">
    <vt:lpwstr>1033-12.1.0.25242</vt:lpwstr>
  </property>
</Properties>
</file>